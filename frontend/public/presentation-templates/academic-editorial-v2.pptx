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f2bca9e4ee41d2" /><Relationship Type="http://schemas.openxmlformats.org/officeDocument/2006/relationships/extended-properties" Target="/docProps/app.xml" Id="Rec7973357c4d4488" /><Relationship Type="http://schemas.openxmlformats.org/officeDocument/2006/relationships/officeDocument" Target="/ppt/presentation.xml" Id="R69585d6bb01044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5f2093983844c6"/>
  </p:sldMasterIdLst>
  <p:notesMasterIdLst>
    <p:notesMasterId xmlns:r="http://schemas.openxmlformats.org/officeDocument/2006/relationships" r:id="R46acbdfaa2a04d8e"/>
  </p:notesMasterIdLst>
  <p:sldIdLst>
    <p:sldId xmlns:r="http://schemas.openxmlformats.org/officeDocument/2006/relationships" id="256" r:id="Ra82dc72f68e94302"/>
    <p:sldId xmlns:r="http://schemas.openxmlformats.org/officeDocument/2006/relationships" id="257" r:id="Rd04a59474d6f492c"/>
    <p:sldId xmlns:r="http://schemas.openxmlformats.org/officeDocument/2006/relationships" id="258" r:id="R23a2f13bde4d4bc9"/>
    <p:sldId xmlns:r="http://schemas.openxmlformats.org/officeDocument/2006/relationships" id="259" r:id="R7aebcab4d8b74550"/>
    <p:sldId xmlns:r="http://schemas.openxmlformats.org/officeDocument/2006/relationships" id="260" r:id="Recee8e08a5e14b82"/>
    <p:sldId xmlns:r="http://schemas.openxmlformats.org/officeDocument/2006/relationships" id="261" r:id="Ra3b3dcae92754589"/>
    <p:sldId xmlns:r="http://schemas.openxmlformats.org/officeDocument/2006/relationships" id="262" r:id="Rb9ccd08af88a4383"/>
    <p:sldId xmlns:r="http://schemas.openxmlformats.org/officeDocument/2006/relationships" id="263" r:id="R4a00bcfb57804e7a"/>
    <p:sldId xmlns:r="http://schemas.openxmlformats.org/officeDocument/2006/relationships" id="264" r:id="R09e86bb96be44d3c"/>
    <p:sldId xmlns:r="http://schemas.openxmlformats.org/officeDocument/2006/relationships" id="265" r:id="R86066f6767124ac6"/>
    <p:sldId xmlns:r="http://schemas.openxmlformats.org/officeDocument/2006/relationships" id="266" r:id="Raf1ece31eb43479b"/>
    <p:sldId xmlns:r="http://schemas.openxmlformats.org/officeDocument/2006/relationships" id="267" r:id="R758cd00cfc6a425e"/>
    <p:sldId xmlns:r="http://schemas.openxmlformats.org/officeDocument/2006/relationships" id="268" r:id="R10b425b50a274e58"/>
    <p:sldId xmlns:r="http://schemas.openxmlformats.org/officeDocument/2006/relationships" id="269" r:id="R29f92db29ac04fe2"/>
    <p:sldId xmlns:r="http://schemas.openxmlformats.org/officeDocument/2006/relationships" id="270" r:id="Rf69fc01312744a54"/>
    <p:sldId xmlns:r="http://schemas.openxmlformats.org/officeDocument/2006/relationships" id="271" r:id="Re2d7bae1b09344dd"/>
    <p:sldId xmlns:r="http://schemas.openxmlformats.org/officeDocument/2006/relationships" id="272" r:id="Rc40f3b36107f4645"/>
    <p:sldId xmlns:r="http://schemas.openxmlformats.org/officeDocument/2006/relationships" id="273" r:id="R3abd69c178ac44c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8aa000d98ad4c65" /><Relationship Type="http://schemas.openxmlformats.org/officeDocument/2006/relationships/slideMaster" Target="/ppt/slideMasters/slideMaster1.xml" Id="Rc15f2093983844c6" /><Relationship Type="http://schemas.openxmlformats.org/officeDocument/2006/relationships/notesMaster" Target="/ppt/notesMasters/notesMaster1.xml" Id="R46acbdfaa2a04d8e" /><Relationship Type="http://schemas.openxmlformats.org/officeDocument/2006/relationships/presProps" Target="/ppt/presProps.xml" Id="R62130ac20658400a" /><Relationship Type="http://schemas.openxmlformats.org/officeDocument/2006/relationships/tableStyles" Target="/ppt/tableStyles.xml" Id="R5790d2a4bb5c48dd" /><Relationship Type="http://schemas.openxmlformats.org/officeDocument/2006/relationships/slide" Target="/ppt/slides/slide1.xml" Id="Ra82dc72f68e94302" /><Relationship Type="http://schemas.openxmlformats.org/officeDocument/2006/relationships/slide" Target="/ppt/slides/slide2.xml" Id="Rd04a59474d6f492c" /><Relationship Type="http://schemas.openxmlformats.org/officeDocument/2006/relationships/slide" Target="/ppt/slides/slide3.xml" Id="R23a2f13bde4d4bc9" /><Relationship Type="http://schemas.openxmlformats.org/officeDocument/2006/relationships/slide" Target="/ppt/slides/slide4.xml" Id="R7aebcab4d8b74550" /><Relationship Type="http://schemas.openxmlformats.org/officeDocument/2006/relationships/slide" Target="/ppt/slides/slide5.xml" Id="Recee8e08a5e14b82" /><Relationship Type="http://schemas.openxmlformats.org/officeDocument/2006/relationships/slide" Target="/ppt/slides/slide6.xml" Id="Ra3b3dcae92754589" /><Relationship Type="http://schemas.openxmlformats.org/officeDocument/2006/relationships/slide" Target="/ppt/slides/slide7.xml" Id="Rb9ccd08af88a4383" /><Relationship Type="http://schemas.openxmlformats.org/officeDocument/2006/relationships/slide" Target="/ppt/slides/slide8.xml" Id="R4a00bcfb57804e7a" /><Relationship Type="http://schemas.openxmlformats.org/officeDocument/2006/relationships/slide" Target="/ppt/slides/slide9.xml" Id="R09e86bb96be44d3c" /><Relationship Type="http://schemas.openxmlformats.org/officeDocument/2006/relationships/slide" Target="/ppt/slides/slide10.xml" Id="R86066f6767124ac6" /><Relationship Type="http://schemas.openxmlformats.org/officeDocument/2006/relationships/slide" Target="/ppt/slides/slide11.xml" Id="Raf1ece31eb43479b" /><Relationship Type="http://schemas.openxmlformats.org/officeDocument/2006/relationships/slide" Target="/ppt/slides/slide12.xml" Id="R758cd00cfc6a425e" /><Relationship Type="http://schemas.openxmlformats.org/officeDocument/2006/relationships/slide" Target="/ppt/slides/slide13.xml" Id="R10b425b50a274e58" /><Relationship Type="http://schemas.openxmlformats.org/officeDocument/2006/relationships/slide" Target="/ppt/slides/slide14.xml" Id="R29f92db29ac04fe2" /><Relationship Type="http://schemas.openxmlformats.org/officeDocument/2006/relationships/slide" Target="/ppt/slides/slide15.xml" Id="Rf69fc01312744a54" /><Relationship Type="http://schemas.openxmlformats.org/officeDocument/2006/relationships/slide" Target="/ppt/slides/slide16.xml" Id="Re2d7bae1b09344dd" /><Relationship Type="http://schemas.openxmlformats.org/officeDocument/2006/relationships/slide" Target="/ppt/slides/slide17.xml" Id="Rc40f3b36107f4645" /><Relationship Type="http://schemas.openxmlformats.org/officeDocument/2006/relationships/slide" Target="/ppt/slides/slide18.xml" Id="R3abd69c178ac44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cbe28e22d4444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3bbfddef604b30" /><Relationship Type="http://schemas.openxmlformats.org/officeDocument/2006/relationships/notesMaster" Target="/ppt/notesMasters/notesMaster1.xml" Id="Rdf3e5e1b92cb443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25d160105e4376" /><Relationship Type="http://schemas.openxmlformats.org/officeDocument/2006/relationships/notesMaster" Target="/ppt/notesMasters/notesMaster1.xml" Id="Rfbf0a0b0e83c4b5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d1b89455a8b419b" /><Relationship Type="http://schemas.openxmlformats.org/officeDocument/2006/relationships/notesMaster" Target="/ppt/notesMasters/notesMaster1.xml" Id="Rb6d2eed8e6a044f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c54da67d49f483d" /><Relationship Type="http://schemas.openxmlformats.org/officeDocument/2006/relationships/notesMaster" Target="/ppt/notesMasters/notesMaster1.xml" Id="Rbc6b34e428b64c1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a7a7beab62d409f" /><Relationship Type="http://schemas.openxmlformats.org/officeDocument/2006/relationships/notesMaster" Target="/ppt/notesMasters/notesMaster1.xml" Id="R381380112ca54e3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f0e4b484dce4dc6" /><Relationship Type="http://schemas.openxmlformats.org/officeDocument/2006/relationships/notesMaster" Target="/ppt/notesMasters/notesMaster1.xml" Id="R6731fc5821544f6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a4923ac28504b68" /><Relationship Type="http://schemas.openxmlformats.org/officeDocument/2006/relationships/notesMaster" Target="/ppt/notesMasters/notesMaster1.xml" Id="R7303ccab4d4644f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5ea143412684798" /><Relationship Type="http://schemas.openxmlformats.org/officeDocument/2006/relationships/notesMaster" Target="/ppt/notesMasters/notesMaster1.xml" Id="R80a9794e453b48d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3bad8b5c499460a" /><Relationship Type="http://schemas.openxmlformats.org/officeDocument/2006/relationships/notesMaster" Target="/ppt/notesMasters/notesMaster1.xml" Id="R3b78e968a8cd4d3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6fe3eb4dfb64e55" /><Relationship Type="http://schemas.openxmlformats.org/officeDocument/2006/relationships/notesMaster" Target="/ppt/notesMasters/notesMaster1.xml" Id="Rfc1eafee781f429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57eb8d8a87c4c91" /><Relationship Type="http://schemas.openxmlformats.org/officeDocument/2006/relationships/notesMaster" Target="/ppt/notesMasters/notesMaster1.xml" Id="R0a3ae3600d47464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5876a59b9a14c6b" /><Relationship Type="http://schemas.openxmlformats.org/officeDocument/2006/relationships/notesMaster" Target="/ppt/notesMasters/notesMaster1.xml" Id="R1f784eb0edfa4a1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9ad136c5e684e5a" /><Relationship Type="http://schemas.openxmlformats.org/officeDocument/2006/relationships/notesMaster" Target="/ppt/notesMasters/notesMaster1.xml" Id="R1177226d4b23491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3a2ba1eea494ea8" /><Relationship Type="http://schemas.openxmlformats.org/officeDocument/2006/relationships/notesMaster" Target="/ppt/notesMasters/notesMaster1.xml" Id="R2848e811a2de4ed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a1e0237e20546c8" /><Relationship Type="http://schemas.openxmlformats.org/officeDocument/2006/relationships/notesMaster" Target="/ppt/notesMasters/notesMaster1.xml" Id="R0612f55ad7664b9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23cc62acf4648bc" /><Relationship Type="http://schemas.openxmlformats.org/officeDocument/2006/relationships/notesMaster" Target="/ppt/notesMasters/notesMaster1.xml" Id="R640d7840b6f84c4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2ba6f69efcf4889" /><Relationship Type="http://schemas.openxmlformats.org/officeDocument/2006/relationships/notesMaster" Target="/ppt/notesMasters/notesMaster1.xml" Id="R7108f87c831e40a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d68fe7b023841f4" /><Relationship Type="http://schemas.openxmlformats.org/officeDocument/2006/relationships/notesMaster" Target="/ppt/notesMasters/notesMaster1.xml" Id="R8a4389abf8894a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内容摘要：课程主题：从问题到证据。用统一视觉语言承载可编辑的教学内容</a:t>
            </a:r>
          </a:p>
          <a:p xmlns:a="http://schemas.openxmlformats.org/drawingml/2006/main">
            <a:r>
              <a:t>版式说明：学术编辑主题的cover语义页面；背景为无文字图片，文本框、强调线和全部教学文字保持可编辑。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内容摘要：课程路线。目标 · 概念 · 推演 · 练习 · 复盘</a:t>
            </a:r>
          </a:p>
          <a:p xmlns:a="http://schemas.openxmlformats.org/drawingml/2006/main">
            <a:r>
              <a:t>版式说明：学术编辑主题的content语义页面；背景为无文字图片，文本框、强调线和全部教学文字保持可编辑。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内容摘要：第一章｜建立问题框架。先明确边界，再选择方法</a:t>
            </a:r>
          </a:p>
          <a:p xmlns:a="http://schemas.openxmlformats.org/drawingml/2006/main">
            <a:r>
              <a:t>版式说明：学术编辑主题的chapter语义页面；背景为无文字图片，文本框、强调线和全部教学文字保持可编辑。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内容摘要：学习目标。完成本章后，你能够解释、应用并检验核心方法</a:t>
            </a:r>
          </a:p>
          <a:p xmlns:a="http://schemas.openxmlformats.org/drawingml/2006/main">
            <a:r>
              <a:t>版式说明：学术编辑主题的content语义页面；背景为无文字图片，文本框、强调线和全部教学文字保持可编辑。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内容摘要：先备知识。从三个已知条件出发，连接到本章的新问题</a:t>
            </a:r>
          </a:p>
          <a:p xmlns:a="http://schemas.openxmlformats.org/drawingml/2006/main">
            <a:r>
              <a:t>版式说明：学术编辑主题的content语义页面；背景为无文字图片，文本框、强调线和全部教学文字保持可编辑。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内容摘要：核心定义。定义不是一句话，而是一组条件、边界与反例</a:t>
            </a:r>
          </a:p>
          <a:p xmlns:a="http://schemas.openxmlformats.org/drawingml/2006/main">
            <a:r>
              <a:t>版式说明：学术编辑主题的content语义页面；背景为无文字图片，文本框、强调线和全部教学文字保持可编辑。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内容摘要：适用边界。何时成立？何时必须切换判断标准？</a:t>
            </a:r>
          </a:p>
          <a:p xmlns:a="http://schemas.openxmlformats.org/drawingml/2006/main">
            <a:r>
              <a:t>版式说明：学术编辑主题的content语义页面；背景为无文字图片，文本框、强调线和全部教学文字保持可编辑。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内容摘要：推演路径。把复杂任务拆成可检查的连续步骤</a:t>
            </a:r>
          </a:p>
          <a:p xmlns:a="http://schemas.openxmlformats.org/drawingml/2006/main">
            <a:r>
              <a:t>版式说明：学术编辑主题的reasoning语义页面；背景为无文字图片，文本框、强调线和全部教学文字保持可编辑。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内容摘要：例题拆解。先识别结构，再执行步骤，最后回到证据</a:t>
            </a:r>
          </a:p>
          <a:p xmlns:a="http://schemas.openxmlformats.org/drawingml/2006/main">
            <a:r>
              <a:t>版式说明：学术编辑主题的reasoning语义页面；背景为无文字图片，文本框、强调线和全部教学文字保持可编辑。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内容摘要：方法对比。同一问题可以有多条路径，但评价标准保持一致</a:t>
            </a:r>
          </a:p>
          <a:p xmlns:a="http://schemas.openxmlformats.org/drawingml/2006/main">
            <a:r>
              <a:t>版式说明：学术编辑主题的content语义页面；背景为无文字图片，文本框、强调线和全部教学文字保持可编辑。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内容摘要：代码与实现。证据页优先保证代码、公式和表格的可读性</a:t>
            </a:r>
          </a:p>
          <a:p xmlns:a="http://schemas.openxmlformats.org/drawingml/2006/main">
            <a:r>
              <a:t>版式说明：学术编辑主题的evidence语义页面；背景为无文字图片，文本框、强调线和全部教学文字保持可编辑。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内容摘要：证据核对表。把结论、证据与限制条件放到同一张表中</a:t>
            </a:r>
          </a:p>
          <a:p xmlns:a="http://schemas.openxmlformats.org/drawingml/2006/main">
            <a:r>
              <a:t>版式说明：学术编辑主题的evidence语义页面；背景为无文字图片，文本框、强调线和全部教学文字保持可编辑。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内容摘要：理解检查。先独立作答，再展开判断依据</a:t>
            </a:r>
          </a:p>
          <a:p xmlns:a="http://schemas.openxmlformats.org/drawingml/2006/main">
            <a:r>
              <a:t>版式说明：学术编辑主题的practice语义页面；背景为无文字图片，文本框、强调线和全部教学文字保持可编辑。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内容摘要：反馈与订正。反馈指出差距，也给出下一步行动</a:t>
            </a:r>
          </a:p>
          <a:p xmlns:a="http://schemas.openxmlformats.org/drawingml/2006/main">
            <a:r>
              <a:t>版式说明：学术编辑主题的practice语义页面；背景为无文字图片，文本框、强调线和全部教学文字保持可编辑。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内容摘要：易错辨析。错误答案通常来自边界混淆，而不是记忆不足</a:t>
            </a:r>
          </a:p>
          <a:p xmlns:a="http://schemas.openxmlformats.org/drawingml/2006/main">
            <a:r>
              <a:t>版式说明：学术编辑主题的practice语义页面；背景为无文字图片，文本框、强调线和全部教学文字保持可编辑。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内容摘要：迁移应用。把方法映射到新的任务情境</a:t>
            </a:r>
          </a:p>
          <a:p xmlns:a="http://schemas.openxmlformats.org/drawingml/2006/main">
            <a:r>
              <a:t>版式说明：学术编辑主题的reasoning语义页面；背景为无文字图片，文本框、强调线和全部教学文字保持可编辑。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内容摘要：本章回顾。让定义、方法、证据和边界重新汇聚</a:t>
            </a:r>
          </a:p>
          <a:p xmlns:a="http://schemas.openxmlformats.org/drawingml/2006/main">
            <a:r>
              <a:t>版式说明：学术编辑主题的recap语义页面；背景为无文字图片，文本框、强调线和全部教学文字保持可编辑。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内容摘要：课程收束。带着一个可执行的问题离开课堂</a:t>
            </a:r>
          </a:p>
          <a:p xmlns:a="http://schemas.openxmlformats.org/drawingml/2006/main">
            <a:r>
              <a:t>版式说明：学术编辑主题的recap语义页面；背景为无文字图片，文本框、强调线和全部教学文字保持可编辑。</a:t>
            </a:r>
          </a:p>
          <a:p xmlns:a="http://schemas.openxmlformats.org/drawingml/2006/main">
            <a:r>
              <a:t>素材来源：OpenAI image generation（本仓库专用生成素材，2026-08-10）；具体提示词与生成记录见 presentation-assets/ASSET_SOURCES.md。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6d6365f54c43e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1538f5a0554b8e" /><Relationship Type="http://schemas.openxmlformats.org/officeDocument/2006/relationships/slideLayout" Target="/ppt/slideLayouts/slideLayout1.xml" Id="R2d9135d59f364a9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9135d59f364a9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2d0e94859d457f" /><Relationship Type="http://schemas.openxmlformats.org/officeDocument/2006/relationships/image" Target="/ppt/media/image.jpeg" Id="R0716bee7facb4f78" /><Relationship Type="http://schemas.openxmlformats.org/officeDocument/2006/relationships/notesSlide" Target="/ppt/notesSlides/notesSlide1.xml" Id="Re3c7d5fb4dab48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298d00bfa44a5b" /><Relationship Type="http://schemas.openxmlformats.org/officeDocument/2006/relationships/image" Target="/ppt/media/image2.jpeg" Id="R9d0bdb2b7c9342e9" /><Relationship Type="http://schemas.openxmlformats.org/officeDocument/2006/relationships/notesSlide" Target="/ppt/notesSlides/notesSlide2.xml" Id="R95cb80409d1841c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96e9d230304bd3" /><Relationship Type="http://schemas.openxmlformats.org/officeDocument/2006/relationships/image" Target="/ppt/media/image3.jpeg" Id="R5f7c996332d14f8f" /><Relationship Type="http://schemas.openxmlformats.org/officeDocument/2006/relationships/notesSlide" Target="/ppt/notesSlides/notesSlide3.xml" Id="R0e7e052a9d504a3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b636ead4914de6" /><Relationship Type="http://schemas.openxmlformats.org/officeDocument/2006/relationships/image" Target="/ppt/media/image4.jpeg" Id="R715967cfa3e34e20" /><Relationship Type="http://schemas.openxmlformats.org/officeDocument/2006/relationships/notesSlide" Target="/ppt/notesSlides/notesSlide4.xml" Id="R2a19e0c1bf02401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908536c5e74906" /><Relationship Type="http://schemas.openxmlformats.org/officeDocument/2006/relationships/image" Target="/ppt/media/image5.jpeg" Id="R3006054d08104c54" /><Relationship Type="http://schemas.openxmlformats.org/officeDocument/2006/relationships/notesSlide" Target="/ppt/notesSlides/notesSlide5.xml" Id="R78625eea9b1d4c1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043c0c9a944b70" /><Relationship Type="http://schemas.openxmlformats.org/officeDocument/2006/relationships/image" Target="/ppt/media/image6.jpeg" Id="R994215140df3419c" /><Relationship Type="http://schemas.openxmlformats.org/officeDocument/2006/relationships/notesSlide" Target="/ppt/notesSlides/notesSlide6.xml" Id="Re203a1945cd5473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5a01dd524f45c0" /><Relationship Type="http://schemas.openxmlformats.org/officeDocument/2006/relationships/image" Target="/ppt/media/image7.jpeg" Id="R53bfbfa95a3b46d2" /><Relationship Type="http://schemas.openxmlformats.org/officeDocument/2006/relationships/notesSlide" Target="/ppt/notesSlides/notesSlide7.xml" Id="Ra66890832e5044f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b57d4de7b443c6" /><Relationship Type="http://schemas.openxmlformats.org/officeDocument/2006/relationships/image" Target="/ppt/media/image8.jpeg" Id="Re6632ec39e134343" /><Relationship Type="http://schemas.openxmlformats.org/officeDocument/2006/relationships/notesSlide" Target="/ppt/notesSlides/notesSlide8.xml" Id="R9931c6efa7f1489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4bb98484504406" /><Relationship Type="http://schemas.openxmlformats.org/officeDocument/2006/relationships/image" Target="/ppt/media/image9.jpeg" Id="R60129370f4634fb0" /><Relationship Type="http://schemas.openxmlformats.org/officeDocument/2006/relationships/notesSlide" Target="/ppt/notesSlides/notesSlide9.xml" Id="R679fda564694470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5c465e18d24b23" /><Relationship Type="http://schemas.openxmlformats.org/officeDocument/2006/relationships/image" Target="/ppt/media/image10.jpeg" Id="R65a43b26856c423f" /><Relationship Type="http://schemas.openxmlformats.org/officeDocument/2006/relationships/notesSlide" Target="/ppt/notesSlides/notesSlide10.xml" Id="Rbd1c0aa7934a42c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75a5bcb4b54a4e" /><Relationship Type="http://schemas.openxmlformats.org/officeDocument/2006/relationships/image" Target="/ppt/media/image11.jpeg" Id="R23ca7ec4deac4bfd" /><Relationship Type="http://schemas.openxmlformats.org/officeDocument/2006/relationships/notesSlide" Target="/ppt/notesSlides/notesSlide11.xml" Id="Rb5306d6aac5d441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101aa4848044af" /><Relationship Type="http://schemas.openxmlformats.org/officeDocument/2006/relationships/image" Target="/ppt/media/image12.jpeg" Id="Rd1455082911b4be1" /><Relationship Type="http://schemas.openxmlformats.org/officeDocument/2006/relationships/notesSlide" Target="/ppt/notesSlides/notesSlide12.xml" Id="Ref3abcb6be5b425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dd34e030cb43c7" /><Relationship Type="http://schemas.openxmlformats.org/officeDocument/2006/relationships/image" Target="/ppt/media/image13.jpeg" Id="R0ebec20daabb4ade" /><Relationship Type="http://schemas.openxmlformats.org/officeDocument/2006/relationships/notesSlide" Target="/ppt/notesSlides/notesSlide13.xml" Id="R260cee8218284c7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a6ed8e412e421d" /><Relationship Type="http://schemas.openxmlformats.org/officeDocument/2006/relationships/image" Target="/ppt/media/image14.jpeg" Id="Rceb1d5eb18074510" /><Relationship Type="http://schemas.openxmlformats.org/officeDocument/2006/relationships/notesSlide" Target="/ppt/notesSlides/notesSlide14.xml" Id="R912dd2c9deed436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b926f1a7ab4497" /><Relationship Type="http://schemas.openxmlformats.org/officeDocument/2006/relationships/image" Target="/ppt/media/image15.jpeg" Id="R9782fcbfce0f49d6" /><Relationship Type="http://schemas.openxmlformats.org/officeDocument/2006/relationships/notesSlide" Target="/ppt/notesSlides/notesSlide15.xml" Id="R4c5b9e649ed648c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8d817fd7244397" /><Relationship Type="http://schemas.openxmlformats.org/officeDocument/2006/relationships/image" Target="/ppt/media/image16.jpeg" Id="Re7b683d4dda641b1" /><Relationship Type="http://schemas.openxmlformats.org/officeDocument/2006/relationships/notesSlide" Target="/ppt/notesSlides/notesSlide16.xml" Id="R405d2f2d937649d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a8cb53d9954faf" /><Relationship Type="http://schemas.openxmlformats.org/officeDocument/2006/relationships/image" Target="/ppt/media/image17.jpeg" Id="R5c4f54a089604e4a" /><Relationship Type="http://schemas.openxmlformats.org/officeDocument/2006/relationships/notesSlide" Target="/ppt/notesSlides/notesSlide17.xml" Id="R7886fc522b3940b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ce5e2eea264759" /><Relationship Type="http://schemas.openxmlformats.org/officeDocument/2006/relationships/image" Target="/ppt/media/image18.jpeg" Id="R73e6babdf501409e" /><Relationship Type="http://schemas.openxmlformats.org/officeDocument/2006/relationships/notesSlide" Target="/ppt/notesSlides/notesSlide18.xml" Id="R4c604edc963145b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16bee7facb4f7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377F2B-83FD-417D-B103-36A84511C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4097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315E7D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315E7D"/>
                </a:solidFill>
                <a:latin typeface="Noto Sans SC"/>
                <a:ea typeface="Noto Sans SC"/>
                <a:cs typeface="Noto Sans SC"/>
              </a:rPr>
              <a:t>学术编辑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3B7397-840D-48F0-B437-A98AFA24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885950"/>
            <a:ext cx="762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5100" b="1">
                <a:solidFill>
                  <a:srgbClr val="273340"/>
                </a:solidFill>
                <a:latin typeface="Noto Serif SC"/>
                <a:ea typeface="Noto Serif SC"/>
                <a:cs typeface="Noto Serif SC"/>
              </a:defRPr>
            </a:pPr>
            <a:r>
              <a:rPr sz="5100" b="1">
                <a:solidFill>
                  <a:srgbClr val="273340"/>
                </a:solidFill>
                <a:latin typeface="Noto Serif SC"/>
                <a:ea typeface="Noto Serif SC"/>
                <a:cs typeface="Noto Serif SC"/>
              </a:rPr>
              <a:t>课程主题：从问题到证据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A2D4FD-C13B-4ED6-A583-73482C612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676650"/>
            <a:ext cx="647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45515D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45515D"/>
                </a:solidFill>
                <a:latin typeface="Noto Sans SC"/>
                <a:ea typeface="Noto Sans SC"/>
                <a:cs typeface="Noto Sans SC"/>
              </a:rPr>
              <a:t>用统一视觉语言承载可编辑的教学内容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5F6A8D-719E-4C4D-A359-CC82493E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27A82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27A82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123EAA-16AA-4A2C-B275-490A7DF7D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27A82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27A82"/>
                </a:solidFill>
                <a:latin typeface="Noto Sans SC"/>
                <a:ea typeface="Noto Sans SC"/>
                <a:cs typeface="Noto Sans SC"/>
              </a:rPr>
              <a:t>1 / 18</a:t>
            </a:r>
          </a:p>
        </p:txBody>
      </p:sp>
    </p:spTree>
    <p:extLst>
      <p:ext uri="{BB962C8B-B14F-4D97-AF65-F5344CB8AC3E}">
        <p14:creationId xmlns:p14="http://schemas.microsoft.com/office/powerpoint/2010/main" val="157840769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0bdb2b7c9342e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5BF423-43ED-4180-BC96-E41DFA2ED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315E7D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315E7D"/>
                </a:solidFill>
                <a:latin typeface="Noto Sans SC"/>
                <a:ea typeface="Noto Sans SC"/>
                <a:cs typeface="Noto Sans SC"/>
              </a:rPr>
              <a:t>学术编辑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C0DFC3-3BB0-4206-A503-69C4A24A2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273340"/>
                </a:solidFill>
                <a:latin typeface="Noto Serif SC"/>
                <a:ea typeface="Noto Serif SC"/>
                <a:cs typeface="Noto Serif SC"/>
              </a:defRPr>
            </a:pPr>
            <a:r>
              <a:rPr sz="3600" b="1">
                <a:solidFill>
                  <a:srgbClr val="273340"/>
                </a:solidFill>
                <a:latin typeface="Noto Serif SC"/>
                <a:ea typeface="Noto Serif SC"/>
                <a:cs typeface="Noto Serif SC"/>
              </a:rPr>
              <a:t>课程路线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8E539A-6F72-4931-BAE8-E0CF56AA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727A82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727A82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610EB0-3081-4BFD-952C-AA394E2C2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2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97EB39-0837-4907-9E0B-6DFA6A735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27A8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727A82"/>
                </a:solidFill>
                <a:latin typeface="Noto Sans SC"/>
                <a:ea typeface="Noto Sans SC"/>
                <a:cs typeface="Noto Sans SC"/>
              </a:rPr>
              <a:t>目标 · 概念 · 推演 · 练习 · 复盘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E10D75-774A-4B1E-83D7-B7ABDB72D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66975"/>
            <a:ext cx="1866900" cy="23812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CFD2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C0A3B3-85F9-48C3-B70A-53A34BD0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1866900" cy="23812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2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C0B4BE-362C-4701-8CBE-6ACAA1AB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734B7E-406D-4440-8F77-6B4B8077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527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315E7D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315E7D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73EF9E-90C3-4064-8070-BF1F16E2B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9080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73340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73340"/>
                </a:solidFill>
                <a:latin typeface="Noto Sans SC"/>
                <a:ea typeface="Noto Sans SC"/>
                <a:cs typeface="Noto Sans SC"/>
              </a:rPr>
              <a:t>阶段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2AA4EC-B268-4F1B-A061-7DAB9E74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90850"/>
            <a:ext cx="13716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5515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5515D"/>
                </a:solidFill>
                <a:latin typeface="Noto Sans SC"/>
                <a:ea typeface="Noto Sans SC"/>
                <a:cs typeface="Noto Sans SC"/>
              </a:rPr>
              <a:t>目标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12EA45-CC8E-48D6-8B9F-5DA33EB5E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466975"/>
            <a:ext cx="1866900" cy="23812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CFD2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056C9F-C747-43BF-B435-184E62F65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381250"/>
            <a:ext cx="1866900" cy="23812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2D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7616F4-067D-4598-BC3A-D08868ADF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49555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D60266-560F-41B9-B0AA-5583D339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527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315E7D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315E7D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29F867-3252-4EB6-9C0A-5E0B340ED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59080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73340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73340"/>
                </a:solidFill>
                <a:latin typeface="Noto Sans SC"/>
                <a:ea typeface="Noto Sans SC"/>
                <a:cs typeface="Noto Sans SC"/>
              </a:rPr>
              <a:t>阶段 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68E359-42DF-4640-948A-00B34EE01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990850"/>
            <a:ext cx="13716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5515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5515D"/>
                </a:solidFill>
                <a:latin typeface="Noto Sans SC"/>
                <a:ea typeface="Noto Sans SC"/>
                <a:cs typeface="Noto Sans SC"/>
              </a:rPr>
              <a:t>概念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06299E-B29B-4A3F-84A7-5150778B8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466975"/>
            <a:ext cx="1866900" cy="23812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CFD2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06EFE5-B887-4ABA-995C-B88E1EC8B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381250"/>
            <a:ext cx="1866900" cy="23812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2D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7BA214-4F21-4C45-AA76-9832459C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9555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A921DC-F327-4F59-B815-65571C4C2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5527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315E7D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315E7D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1BF4A7-7799-4A51-B2CB-CE23E087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59080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73340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73340"/>
                </a:solidFill>
                <a:latin typeface="Noto Sans SC"/>
                <a:ea typeface="Noto Sans SC"/>
                <a:cs typeface="Noto Sans SC"/>
              </a:rPr>
              <a:t>阶段 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833885-607F-49D6-8396-98A3355CD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90850"/>
            <a:ext cx="13716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5515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5515D"/>
                </a:solidFill>
                <a:latin typeface="Noto Sans SC"/>
                <a:ea typeface="Noto Sans SC"/>
                <a:cs typeface="Noto Sans SC"/>
              </a:rPr>
              <a:t>推演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63B695-660D-4F9C-902B-7F1FA3E2F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66975"/>
            <a:ext cx="1866900" cy="23812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CFD2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B97FD7-AE88-403B-A5AB-3DB6CEE55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81250"/>
            <a:ext cx="1866900" cy="23812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2D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500703-B2CC-49E4-9404-C8422B749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9555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AB61D3-77A0-4E96-B7D1-17B6A5941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527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315E7D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315E7D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8DE804-6D9B-4EE9-9ED1-62D998CB8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59080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73340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73340"/>
                </a:solidFill>
                <a:latin typeface="Noto Sans SC"/>
                <a:ea typeface="Noto Sans SC"/>
                <a:cs typeface="Noto Sans SC"/>
              </a:rPr>
              <a:t>阶段 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0CAF32-856E-4849-BB4B-EAD14436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990850"/>
            <a:ext cx="13716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5515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5515D"/>
                </a:solidFill>
                <a:latin typeface="Noto Sans SC"/>
                <a:ea typeface="Noto Sans SC"/>
                <a:cs typeface="Noto Sans SC"/>
              </a:rPr>
              <a:t>练习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729D6B-CBB6-4351-B129-E71B58F06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66975"/>
            <a:ext cx="1866900" cy="23812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CFD2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6C83CA-32D0-43C9-A183-D67AE84A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381250"/>
            <a:ext cx="1866900" cy="23812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2D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1332E9-8B24-4468-A2C5-FFEE73B2E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49555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1EA643F-BD5A-45D4-B8A8-106113815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5527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315E7D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315E7D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9F97B92-9E08-4702-B646-88E8DA4F3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59080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73340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73340"/>
                </a:solidFill>
                <a:latin typeface="Noto Sans SC"/>
                <a:ea typeface="Noto Sans SC"/>
                <a:cs typeface="Noto Sans SC"/>
              </a:rPr>
              <a:t>阶段 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4CC2F5D-93BA-48AE-9CAB-9C6872CE7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990850"/>
            <a:ext cx="13716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5515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5515D"/>
                </a:solidFill>
                <a:latin typeface="Noto Sans SC"/>
                <a:ea typeface="Noto Sans SC"/>
                <a:cs typeface="Noto Sans SC"/>
              </a:rPr>
              <a:t>复盘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FD54A09-2C27-4E42-AF25-F5B66663C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27A82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27A82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76C4F63-D4F7-477A-852A-086F46DB4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27A82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27A82"/>
                </a:solidFill>
                <a:latin typeface="Noto Sans SC"/>
                <a:ea typeface="Noto Sans SC"/>
                <a:cs typeface="Noto Sans SC"/>
              </a:rPr>
              <a:t>2 / 18</a:t>
            </a:r>
          </a:p>
        </p:txBody>
      </p:sp>
    </p:spTree>
    <p:extLst>
      <p:ext uri="{BB962C8B-B14F-4D97-AF65-F5344CB8AC3E}">
        <p14:creationId xmlns:p14="http://schemas.microsoft.com/office/powerpoint/2010/main" val="36528120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7c996332d14f8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D6DBE3-7AA4-4F23-AA02-56DBBD7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73355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315E7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315E7D"/>
                </a:solidFill>
                <a:latin typeface="Noto Sans SC"/>
                <a:ea typeface="Noto Sans SC"/>
                <a:cs typeface="Noto Sans SC"/>
              </a:rPr>
              <a:t>CHAPTER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2D60B7-A8AC-4B10-9BEA-B884E14DC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47900"/>
            <a:ext cx="781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350" b="1">
                <a:solidFill>
                  <a:srgbClr val="273340"/>
                </a:solidFill>
                <a:latin typeface="Noto Serif SC"/>
                <a:ea typeface="Noto Serif SC"/>
                <a:cs typeface="Noto Serif SC"/>
              </a:defRPr>
            </a:pPr>
            <a:r>
              <a:rPr sz="4350" b="1">
                <a:solidFill>
                  <a:srgbClr val="273340"/>
                </a:solidFill>
                <a:latin typeface="Noto Serif SC"/>
                <a:ea typeface="Noto Serif SC"/>
                <a:cs typeface="Noto Serif SC"/>
              </a:rPr>
              <a:t>第一章｜建立问题框架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DF3EAF-D786-47F3-8710-67907748F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562350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45515D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45515D"/>
                </a:solidFill>
                <a:latin typeface="Noto Sans SC"/>
                <a:ea typeface="Noto Sans SC"/>
                <a:cs typeface="Noto Sans SC"/>
              </a:rPr>
              <a:t>先明确边界，再选择方法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C0BB52-1970-4A91-AD23-07433562B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27A82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27A82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2EADCC-CDBB-4554-A809-87ECB7AC4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27A82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27A82"/>
                </a:solidFill>
                <a:latin typeface="Noto Sans SC"/>
                <a:ea typeface="Noto Sans SC"/>
                <a:cs typeface="Noto Sans SC"/>
              </a:rPr>
              <a:t>3 / 18</a:t>
            </a:r>
          </a:p>
        </p:txBody>
      </p:sp>
    </p:spTree>
    <p:extLst>
      <p:ext uri="{BB962C8B-B14F-4D97-AF65-F5344CB8AC3E}">
        <p14:creationId xmlns:p14="http://schemas.microsoft.com/office/powerpoint/2010/main" val="113735195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5967cfa3e34e2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ABBBC5-6A24-4833-8D97-F60FC5A93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315E7D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315E7D"/>
                </a:solidFill>
                <a:latin typeface="Noto Sans SC"/>
                <a:ea typeface="Noto Sans SC"/>
                <a:cs typeface="Noto Sans SC"/>
              </a:rPr>
              <a:t>学术编辑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57A7E8-2EAD-4DB5-B1A3-5275688C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273340"/>
                </a:solidFill>
                <a:latin typeface="Noto Serif SC"/>
                <a:ea typeface="Noto Serif SC"/>
                <a:cs typeface="Noto Serif SC"/>
              </a:defRPr>
            </a:pPr>
            <a:r>
              <a:rPr sz="3600" b="1">
                <a:solidFill>
                  <a:srgbClr val="273340"/>
                </a:solidFill>
                <a:latin typeface="Noto Serif SC"/>
                <a:ea typeface="Noto Serif SC"/>
                <a:cs typeface="Noto Serif SC"/>
              </a:rPr>
              <a:t>学习目标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7147FF-B90D-4996-A18B-8B141E7DA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727A82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727A82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53A10D-005F-45BC-A53D-9C0FBE3B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2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1BD7DB-84C8-4BC8-947B-B6D219C8C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27A8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727A82"/>
                </a:solidFill>
                <a:latin typeface="Noto Sans SC"/>
                <a:ea typeface="Noto Sans SC"/>
                <a:cs typeface="Noto Sans SC"/>
              </a:rPr>
              <a:t>完成本章后，你能够解释、应用并检验核心方法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E2B6ED-1FF2-480A-BAC5-C887DD54A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28875"/>
            <a:ext cx="33147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CFD2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26A35B-F24A-482F-BE3A-D4A4CDADF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33147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2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DA8F62-3720-4B43-9468-E0E0D8170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571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94FCB0-1018-4A33-9AEC-2A6D20F64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146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315E7D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315E7D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5E9E28-293F-47DA-9E84-C9DBE10F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527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73340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73340"/>
                </a:solidFill>
                <a:latin typeface="Noto Sans SC"/>
                <a:ea typeface="Noto Sans SC"/>
                <a:cs typeface="Noto Sans SC"/>
              </a:rPr>
              <a:t>解释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5D6898-712D-41C1-97CC-8E09A2EB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52750"/>
            <a:ext cx="28194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5515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5515D"/>
                </a:solidFill>
                <a:latin typeface="Noto Sans SC"/>
                <a:ea typeface="Noto Sans SC"/>
                <a:cs typeface="Noto Sans SC"/>
              </a:rPr>
              <a:t>用自己的语言说明核心概念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BA3FBB-50EB-4FBE-B2BA-D556D5158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28875"/>
            <a:ext cx="33147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CFD2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D9C258-919C-4DBD-81CD-0086F346E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43150"/>
            <a:ext cx="33147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2D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7543BB-FB76-4064-B966-5DE23902C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57450"/>
            <a:ext cx="571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52ABFA-A75A-45AA-AC04-6B1320CA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146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315E7D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315E7D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B9709C-F993-4A4F-AC26-A7E6D5025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527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73340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73340"/>
                </a:solidFill>
                <a:latin typeface="Noto Sans SC"/>
                <a:ea typeface="Noto Sans SC"/>
                <a:cs typeface="Noto Sans SC"/>
              </a:rPr>
              <a:t>应用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84A4B6-E472-4561-89A5-EB578C61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952750"/>
            <a:ext cx="28194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5515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5515D"/>
                </a:solidFill>
                <a:latin typeface="Noto Sans SC"/>
                <a:ea typeface="Noto Sans SC"/>
                <a:cs typeface="Noto Sans SC"/>
              </a:rPr>
              <a:t>在新情境中选择合适的方法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CDBBDF-6084-4FAC-A46B-EE637CC03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28875"/>
            <a:ext cx="33147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CFD2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3EE53F-AC7C-4F6A-9F5F-C40EF0C9E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43150"/>
            <a:ext cx="33147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2D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258958-4836-4966-A98D-5EC17D582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57450"/>
            <a:ext cx="571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E7115A-5DDD-4A20-B486-7AD8F350D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146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315E7D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315E7D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0E775F-1CF7-4DA5-A5D1-05D0D9146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527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73340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73340"/>
                </a:solidFill>
                <a:latin typeface="Noto Sans SC"/>
                <a:ea typeface="Noto Sans SC"/>
                <a:cs typeface="Noto Sans SC"/>
              </a:rPr>
              <a:t>检验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D536BE-C545-48DC-BFB5-4D027AC4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52750"/>
            <a:ext cx="28194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5515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5515D"/>
                </a:solidFill>
                <a:latin typeface="Noto Sans SC"/>
                <a:ea typeface="Noto Sans SC"/>
                <a:cs typeface="Noto Sans SC"/>
              </a:rPr>
              <a:t>用证据核对结果与边界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80CD0C-A097-4E50-9088-1BD986971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27A82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27A82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E6827D-E532-47E5-B428-D6922CEE4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27A82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27A82"/>
                </a:solidFill>
                <a:latin typeface="Noto Sans SC"/>
                <a:ea typeface="Noto Sans SC"/>
                <a:cs typeface="Noto Sans SC"/>
              </a:rPr>
              <a:t>4 / 18</a:t>
            </a:r>
          </a:p>
        </p:txBody>
      </p:sp>
    </p:spTree>
    <p:extLst>
      <p:ext uri="{BB962C8B-B14F-4D97-AF65-F5344CB8AC3E}">
        <p14:creationId xmlns:p14="http://schemas.microsoft.com/office/powerpoint/2010/main" val="136969422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06054d08104c5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92E825-6F8F-4209-8A78-B4265782B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315E7D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315E7D"/>
                </a:solidFill>
                <a:latin typeface="Noto Sans SC"/>
                <a:ea typeface="Noto Sans SC"/>
                <a:cs typeface="Noto Sans SC"/>
              </a:rPr>
              <a:t>学术编辑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566D6A-C6A5-4A21-A4FB-5B6D9CB6C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273340"/>
                </a:solidFill>
                <a:latin typeface="Noto Serif SC"/>
                <a:ea typeface="Noto Serif SC"/>
                <a:cs typeface="Noto Serif SC"/>
              </a:defRPr>
            </a:pPr>
            <a:r>
              <a:rPr sz="3600" b="1">
                <a:solidFill>
                  <a:srgbClr val="273340"/>
                </a:solidFill>
                <a:latin typeface="Noto Serif SC"/>
                <a:ea typeface="Noto Serif SC"/>
                <a:cs typeface="Noto Serif SC"/>
              </a:rPr>
              <a:t>先备知识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FFE443-E41B-4AC8-807A-151D2E638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727A82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727A82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0A1A15-BC92-4A22-84D9-A9E1B12C7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2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F952C0-DFAC-4EC5-816E-CC87DFBB5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27A8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727A82"/>
                </a:solidFill>
                <a:latin typeface="Noto Sans SC"/>
                <a:ea typeface="Noto Sans SC"/>
                <a:cs typeface="Noto Sans SC"/>
              </a:rPr>
              <a:t>从三个已知条件出发，连接到本章的新问题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077B7F-7E4D-4866-927B-1A62EDB93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28875"/>
            <a:ext cx="33147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CFD2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306CD6-6B50-453E-9E50-D0ECF9C2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33147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2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F2F940-42E5-4C06-AE4C-92516B3D6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571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5196D3-F240-480B-8E51-7F5237BF5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146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315E7D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315E7D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829607-68D1-4C53-89B9-8C6437AD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527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73340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73340"/>
                </a:solidFill>
                <a:latin typeface="Noto Sans SC"/>
                <a:ea typeface="Noto Sans SC"/>
                <a:cs typeface="Noto Sans SC"/>
              </a:rPr>
              <a:t>已知条件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70ACD9-16CD-430D-974A-3313134AC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52750"/>
            <a:ext cx="28194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5515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5515D"/>
                </a:solidFill>
                <a:latin typeface="Noto Sans SC"/>
                <a:ea typeface="Noto Sans SC"/>
                <a:cs typeface="Noto Sans SC"/>
              </a:rPr>
              <a:t>识别任务中的稳定信息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03F60D-ED93-455B-A95C-4A8F713CA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28875"/>
            <a:ext cx="33147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CFD2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0995D0-20BF-41FE-8667-704B0A0C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43150"/>
            <a:ext cx="33147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2D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82067C-4E8A-40A1-A803-4DDD9874A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57450"/>
            <a:ext cx="571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F673DA-6DC5-4ED2-9A50-53D0375EC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146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315E7D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315E7D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600C39-435B-4000-9943-D4030B2AD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527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73340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73340"/>
                </a:solidFill>
                <a:latin typeface="Noto Sans SC"/>
                <a:ea typeface="Noto Sans SC"/>
                <a:cs typeface="Noto Sans SC"/>
              </a:rPr>
              <a:t>已有方法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F78543-A835-4AAF-BA75-E98128DF3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952750"/>
            <a:ext cx="28194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5515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5515D"/>
                </a:solidFill>
                <a:latin typeface="Noto Sans SC"/>
                <a:ea typeface="Noto Sans SC"/>
                <a:cs typeface="Noto Sans SC"/>
              </a:rPr>
              <a:t>回忆可以复用的判断工具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A7D432-5901-44AC-AD5A-6C2FC478E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28875"/>
            <a:ext cx="33147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CFD2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1BD31B-72C2-4A62-A18B-F119986B2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43150"/>
            <a:ext cx="33147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2D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23E576-C68B-4419-8BCD-CB6DB61E2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57450"/>
            <a:ext cx="571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B2B4CD-C81C-4B3F-B370-8B06E318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146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315E7D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315E7D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57EDFF-CB42-49EF-A0B9-CDC5F7418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527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73340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73340"/>
                </a:solidFill>
                <a:latin typeface="Noto Sans SC"/>
                <a:ea typeface="Noto Sans SC"/>
                <a:cs typeface="Noto Sans SC"/>
              </a:rPr>
              <a:t>新问题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1CF06C-6B9B-48E6-8D59-F7B979BF4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52750"/>
            <a:ext cx="28194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5515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5515D"/>
                </a:solidFill>
                <a:latin typeface="Noto Sans SC"/>
                <a:ea typeface="Noto Sans SC"/>
                <a:cs typeface="Noto Sans SC"/>
              </a:rPr>
              <a:t>找出这次学习真正新增的挑战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C3888E-29A8-42B5-B3E6-FB75577F3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27A82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27A82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C21B48-8B05-4E05-83A2-FD888319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27A82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27A82"/>
                </a:solidFill>
                <a:latin typeface="Noto Sans SC"/>
                <a:ea typeface="Noto Sans SC"/>
                <a:cs typeface="Noto Sans SC"/>
              </a:rPr>
              <a:t>5 / 18</a:t>
            </a:r>
          </a:p>
        </p:txBody>
      </p:sp>
    </p:spTree>
    <p:extLst>
      <p:ext uri="{BB962C8B-B14F-4D97-AF65-F5344CB8AC3E}">
        <p14:creationId xmlns:p14="http://schemas.microsoft.com/office/powerpoint/2010/main" val="17420241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4215140df3419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46401F-4D06-4F89-94BC-B86154154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315E7D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315E7D"/>
                </a:solidFill>
                <a:latin typeface="Noto Sans SC"/>
                <a:ea typeface="Noto Sans SC"/>
                <a:cs typeface="Noto Sans SC"/>
              </a:rPr>
              <a:t>学术编辑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9E73CF-07CD-49DC-B2BB-96F2A7F3F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273340"/>
                </a:solidFill>
                <a:latin typeface="Noto Serif SC"/>
                <a:ea typeface="Noto Serif SC"/>
                <a:cs typeface="Noto Serif SC"/>
              </a:defRPr>
            </a:pPr>
            <a:r>
              <a:rPr sz="3600" b="1">
                <a:solidFill>
                  <a:srgbClr val="273340"/>
                </a:solidFill>
                <a:latin typeface="Noto Serif SC"/>
                <a:ea typeface="Noto Serif SC"/>
                <a:cs typeface="Noto Serif SC"/>
              </a:rPr>
              <a:t>核心定义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704DB7-1D80-4270-BD03-CC3EEC55C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727A82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727A82"/>
                </a:solidFill>
                <a:latin typeface="Noto Sans SC"/>
                <a:ea typeface="Noto Sans SC"/>
                <a:cs typeface="Noto Sans SC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AB0445-4A3E-4542-A5F9-70DA535B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2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A64EF6-F314-4881-B767-3EA82B2A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27A8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727A82"/>
                </a:solidFill>
                <a:latin typeface="Noto Sans SC"/>
                <a:ea typeface="Noto Sans SC"/>
                <a:cs typeface="Noto Sans SC"/>
              </a:rPr>
              <a:t>定义不是一句话，而是一组条件、边界与反例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B1A555-0B86-46E5-8806-087A16C9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95525"/>
            <a:ext cx="6762750" cy="339090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CFD2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473641-F40A-4767-8936-B7812BEA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6762750" cy="339090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2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69F30B-8A9C-4AC0-8FA1-7AD6FF680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24100"/>
            <a:ext cx="5715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ABF98C-F209-4CEE-B431-2D12FFAA7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19350"/>
            <a:ext cx="626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73340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73340"/>
                </a:solidFill>
                <a:latin typeface="Noto Sans SC"/>
                <a:ea typeface="Noto Sans SC"/>
                <a:cs typeface="Noto Sans SC"/>
              </a:rPr>
              <a:t>定义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710696-BEBC-4FB3-9E6F-4C8EB9C1C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19400"/>
            <a:ext cx="6267450" cy="2609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5515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5515D"/>
                </a:solidFill>
                <a:latin typeface="Noto Sans SC"/>
                <a:ea typeface="Noto Sans SC"/>
                <a:cs typeface="Noto Sans SC"/>
              </a:rPr>
              <a:t>一个可使用的定义，需要同时说明对象、条件、关系与判断标准。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F9FE8C-3BD4-49DB-BFAF-5DD4E1AE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95525"/>
            <a:ext cx="34671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CFD2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0089AC-06B3-48B5-BF96-C42F3D2D6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09800"/>
            <a:ext cx="34671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2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CD6037-7BA8-4F04-90C2-06F0B989B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24100"/>
            <a:ext cx="57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6D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6B1B3F-2606-4612-B00B-2B81CD04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1935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73340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73340"/>
                </a:solidFill>
                <a:latin typeface="Noto Sans SC"/>
                <a:ea typeface="Noto Sans SC"/>
                <a:cs typeface="Noto Sans SC"/>
              </a:rPr>
              <a:t>必要条件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A0F0E7-1821-4ACD-A47D-B66DE444E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19400"/>
            <a:ext cx="2971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5515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5515D"/>
                </a:solidFill>
                <a:latin typeface="Noto Sans SC"/>
                <a:ea typeface="Noto Sans SC"/>
                <a:cs typeface="Noto Sans SC"/>
              </a:rPr>
              <a:t>缺少任一条件时，不直接套用结论。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592CE9-4841-425A-AB7F-E611E8B3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24325"/>
            <a:ext cx="34671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CFD2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FFDD00-A332-4783-A7AB-762EE924E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38600"/>
            <a:ext cx="34671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2D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CED4AF-81C3-411A-B0F5-CAFEFFC81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52900"/>
            <a:ext cx="57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4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40E227-F791-4453-89C1-03F852274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4815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73340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73340"/>
                </a:solidFill>
                <a:latin typeface="Noto Sans SC"/>
                <a:ea typeface="Noto Sans SC"/>
                <a:cs typeface="Noto Sans SC"/>
              </a:rPr>
              <a:t>反例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47E928-2C23-4BA9-86CE-FE5C4069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48200"/>
            <a:ext cx="2971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5515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5515D"/>
                </a:solidFill>
                <a:latin typeface="Noto Sans SC"/>
                <a:ea typeface="Noto Sans SC"/>
                <a:cs typeface="Noto Sans SC"/>
              </a:rPr>
              <a:t>用最小反例暴露定义边界。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342201-099B-49FD-9366-8D9BF0BDF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27A82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27A82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34E288-30F1-4435-BEE7-01DFFC287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27A82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27A82"/>
                </a:solidFill>
                <a:latin typeface="Noto Sans SC"/>
                <a:ea typeface="Noto Sans SC"/>
                <a:cs typeface="Noto Sans SC"/>
              </a:rPr>
              <a:t>6 / 18</a:t>
            </a:r>
          </a:p>
        </p:txBody>
      </p:sp>
    </p:spTree>
    <p:extLst>
      <p:ext uri="{BB962C8B-B14F-4D97-AF65-F5344CB8AC3E}">
        <p14:creationId xmlns:p14="http://schemas.microsoft.com/office/powerpoint/2010/main" val="78626941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bfbfa95a3b46d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0613FF-09AC-4DB1-8019-417A0222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315E7D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315E7D"/>
                </a:solidFill>
                <a:latin typeface="Noto Sans SC"/>
                <a:ea typeface="Noto Sans SC"/>
                <a:cs typeface="Noto Sans SC"/>
              </a:rPr>
              <a:t>学术编辑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8B4CE0-1E9A-4E8F-A058-3F2C42026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273340"/>
                </a:solidFill>
                <a:latin typeface="Noto Serif SC"/>
                <a:ea typeface="Noto Serif SC"/>
                <a:cs typeface="Noto Serif SC"/>
              </a:defRPr>
            </a:pPr>
            <a:r>
              <a:rPr sz="3600" b="1">
                <a:solidFill>
                  <a:srgbClr val="273340"/>
                </a:solidFill>
                <a:latin typeface="Noto Serif SC"/>
                <a:ea typeface="Noto Serif SC"/>
                <a:cs typeface="Noto Serif SC"/>
              </a:rPr>
              <a:t>适用边界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C83182-07DC-43DE-AF3B-5319BF57B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727A82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727A82"/>
                </a:solidFill>
                <a:latin typeface="Noto Sans SC"/>
                <a:ea typeface="Noto Sans SC"/>
                <a:cs typeface="Noto Sans SC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E9FF51-A7F0-4A91-9A03-5DFE45C80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2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12BC93-40F0-4AD3-BF7F-3F605989C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27A8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727A82"/>
                </a:solidFill>
                <a:latin typeface="Noto Sans SC"/>
                <a:ea typeface="Noto Sans SC"/>
                <a:cs typeface="Noto Sans SC"/>
              </a:rPr>
              <a:t>何时成立？何时必须切换判断标准？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9A23E9-DA2D-4089-B2A8-DDDB03718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52675"/>
            <a:ext cx="5095875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CFD2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B9D305-3EA5-4636-B32A-9328D510E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5095875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2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7E73A4-C825-41C1-ACD2-61F7134D4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5715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6D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A9E9CB-2B24-46E7-A2A8-649D05D11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4600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73340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73340"/>
                </a:solidFill>
                <a:latin typeface="Noto Sans SC"/>
                <a:ea typeface="Noto Sans SC"/>
                <a:cs typeface="Noto Sans SC"/>
              </a:rPr>
              <a:t>适用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EAF029-4A81-4CD9-9FB1-6AB08739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76550"/>
            <a:ext cx="4600575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5515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5515D"/>
                </a:solidFill>
                <a:latin typeface="Noto Sans SC"/>
                <a:ea typeface="Noto Sans SC"/>
                <a:cs typeface="Noto Sans SC"/>
              </a:rPr>
              <a:t>条件完整、证据可核验、任务目标与方法一致。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80EF3D-EFCE-45AB-89BB-D3443FD76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352675"/>
            <a:ext cx="5095875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CFD2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944700-3487-424B-848D-B81330891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266950"/>
            <a:ext cx="5095875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2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F39D51-5057-4762-A63B-6104BCFB5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381250"/>
            <a:ext cx="5715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4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F524F3-F787-44EC-A8A5-F0DBD09F4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476500"/>
            <a:ext cx="4600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73340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73340"/>
                </a:solidFill>
                <a:latin typeface="Noto Sans SC"/>
                <a:ea typeface="Noto Sans SC"/>
                <a:cs typeface="Noto Sans SC"/>
              </a:rPr>
              <a:t>不适用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55318C-D91A-4C1E-ABB3-751546B83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76550"/>
            <a:ext cx="4600575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5515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5515D"/>
                </a:solidFill>
                <a:latin typeface="Noto Sans SC"/>
                <a:ea typeface="Noto Sans SC"/>
                <a:cs typeface="Noto Sans SC"/>
              </a:rPr>
              <a:t>条件缺失、证据不足或评价标准已经改变。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D691D6-DD78-40E5-B14D-5180E91A8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27A82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27A82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946B4A-DFBF-4A6B-B3C9-F05B0FE6F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27A82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27A82"/>
                </a:solidFill>
                <a:latin typeface="Noto Sans SC"/>
                <a:ea typeface="Noto Sans SC"/>
                <a:cs typeface="Noto Sans SC"/>
              </a:rPr>
              <a:t>7 / 18</a:t>
            </a:r>
          </a:p>
        </p:txBody>
      </p:sp>
    </p:spTree>
    <p:extLst>
      <p:ext uri="{BB962C8B-B14F-4D97-AF65-F5344CB8AC3E}">
        <p14:creationId xmlns:p14="http://schemas.microsoft.com/office/powerpoint/2010/main" val="206039621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632ec39e13434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0052CC-07C7-4120-BE4E-28863B226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315E7D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315E7D"/>
                </a:solidFill>
                <a:latin typeface="Noto Sans SC"/>
                <a:ea typeface="Noto Sans SC"/>
                <a:cs typeface="Noto Sans SC"/>
              </a:rPr>
              <a:t>学术编辑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EEB2C2-3854-46BF-B242-92A1417FB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273340"/>
                </a:solidFill>
                <a:latin typeface="Noto Serif SC"/>
                <a:ea typeface="Noto Serif SC"/>
                <a:cs typeface="Noto Serif SC"/>
              </a:defRPr>
            </a:pPr>
            <a:r>
              <a:rPr sz="3600" b="1">
                <a:solidFill>
                  <a:srgbClr val="273340"/>
                </a:solidFill>
                <a:latin typeface="Noto Serif SC"/>
                <a:ea typeface="Noto Serif SC"/>
                <a:cs typeface="Noto Serif SC"/>
              </a:rPr>
              <a:t>推演路径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10E567-AC98-453D-A15B-DD3F193A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727A82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727A82"/>
                </a:solidFill>
                <a:latin typeface="Noto Sans SC"/>
                <a:ea typeface="Noto Sans SC"/>
                <a:cs typeface="Noto Sans SC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8B23EF-4EB5-4A46-B970-6E0215D0A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2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462A87-4869-444B-B93E-187A0345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27A8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727A82"/>
                </a:solidFill>
                <a:latin typeface="Noto Sans SC"/>
                <a:ea typeface="Noto Sans SC"/>
                <a:cs typeface="Noto Sans SC"/>
              </a:rPr>
              <a:t>把复杂任务拆成可检查的连续步骤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A3EA47-8593-4F40-8FF0-54E249D16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47925"/>
            <a:ext cx="2419350" cy="2571750"/>
          </a:xfrm>
          <a:prstGeom xmlns:a="http://schemas.openxmlformats.org/drawingml/2006/main" prst="roundRect">
            <a:avLst>
              <a:gd name="adj" fmla="val 4724"/>
            </a:avLst>
          </a:prstGeom>
          <a:solidFill xmlns:a="http://schemas.openxmlformats.org/drawingml/2006/main">
            <a:srgbClr val="CFD2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E524FC-FE34-4D1E-BA31-6F9C6A76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2419350" cy="2571750"/>
          </a:xfrm>
          <a:prstGeom xmlns:a="http://schemas.openxmlformats.org/drawingml/2006/main" prst="roundRect">
            <a:avLst>
              <a:gd name="adj" fmla="val 47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2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2361C1-11C1-431F-8691-C8DAFDE4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571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A3B2C9-BA05-4E39-A5BD-54746904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336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315E7D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315E7D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45E479-4B9F-4833-BCDA-40448B56F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73340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73340"/>
                </a:solidFill>
                <a:latin typeface="Noto Sans SC"/>
                <a:ea typeface="Noto Sans SC"/>
                <a:cs typeface="Noto Sans SC"/>
              </a:rPr>
              <a:t>识别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37269A-CB1A-4BA5-848B-2A46DDC36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71800"/>
            <a:ext cx="19240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5515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5515D"/>
                </a:solidFill>
                <a:latin typeface="Noto Sans SC"/>
                <a:ea typeface="Noto Sans SC"/>
                <a:cs typeface="Noto Sans SC"/>
              </a:rPr>
              <a:t>标记任务对象与限制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2333FA-1582-48B2-AB7A-E543DD23B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790825"/>
            <a:ext cx="2419350" cy="2571750"/>
          </a:xfrm>
          <a:prstGeom xmlns:a="http://schemas.openxmlformats.org/drawingml/2006/main" prst="roundRect">
            <a:avLst>
              <a:gd name="adj" fmla="val 4724"/>
            </a:avLst>
          </a:prstGeom>
          <a:solidFill xmlns:a="http://schemas.openxmlformats.org/drawingml/2006/main">
            <a:srgbClr val="CFD2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26206D-C11A-49AD-8455-6315E191B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05100"/>
            <a:ext cx="2419350" cy="2571750"/>
          </a:xfrm>
          <a:prstGeom xmlns:a="http://schemas.openxmlformats.org/drawingml/2006/main" prst="roundRect">
            <a:avLst>
              <a:gd name="adj" fmla="val 47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2D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3F99CB-5163-41F1-979E-C4CA19F64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19400"/>
            <a:ext cx="571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AC81E3-DDD1-4E98-8B8A-C46C17752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765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315E7D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315E7D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3F427E-7A44-4649-A26A-3191600D1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9146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73340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73340"/>
                </a:solidFill>
                <a:latin typeface="Noto Sans SC"/>
                <a:ea typeface="Noto Sans SC"/>
                <a:cs typeface="Noto Sans SC"/>
              </a:rPr>
              <a:t>选择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5A275D-E366-4532-82E8-1B9BA2842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314700"/>
            <a:ext cx="19240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5515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5515D"/>
                </a:solidFill>
                <a:latin typeface="Noto Sans SC"/>
                <a:ea typeface="Noto Sans SC"/>
                <a:cs typeface="Noto Sans SC"/>
              </a:rPr>
              <a:t>匹配可解释的方法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A9650F-7067-4EE9-9266-C9FFF5CD0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47925"/>
            <a:ext cx="2419350" cy="2571750"/>
          </a:xfrm>
          <a:prstGeom xmlns:a="http://schemas.openxmlformats.org/drawingml/2006/main" prst="roundRect">
            <a:avLst>
              <a:gd name="adj" fmla="val 4724"/>
            </a:avLst>
          </a:prstGeom>
          <a:solidFill xmlns:a="http://schemas.openxmlformats.org/drawingml/2006/main">
            <a:srgbClr val="CFD2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38C69E-B487-46CD-9678-E37267BC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62200"/>
            <a:ext cx="2419350" cy="2571750"/>
          </a:xfrm>
          <a:prstGeom xmlns:a="http://schemas.openxmlformats.org/drawingml/2006/main" prst="roundRect">
            <a:avLst>
              <a:gd name="adj" fmla="val 47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2D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9C820A-90E7-4585-A632-B56062BF5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76500"/>
            <a:ext cx="571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0440B7-1061-4F98-94B9-52E7850C2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336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315E7D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315E7D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262237-D47A-4136-AF30-B5A074B83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717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73340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73340"/>
                </a:solidFill>
                <a:latin typeface="Noto Sans SC"/>
                <a:ea typeface="Noto Sans SC"/>
                <a:cs typeface="Noto Sans SC"/>
              </a:rPr>
              <a:t>执行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DDB017-892F-462F-AB13-3A1034A1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71800"/>
            <a:ext cx="19240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5515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5515D"/>
                </a:solidFill>
                <a:latin typeface="Noto Sans SC"/>
                <a:ea typeface="Noto Sans SC"/>
                <a:cs typeface="Noto Sans SC"/>
              </a:rPr>
              <a:t>逐步记录中间结果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4ECBCB-E849-47CF-A4CB-ED4A93EE7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90825"/>
            <a:ext cx="2419350" cy="2571750"/>
          </a:xfrm>
          <a:prstGeom xmlns:a="http://schemas.openxmlformats.org/drawingml/2006/main" prst="roundRect">
            <a:avLst>
              <a:gd name="adj" fmla="val 4724"/>
            </a:avLst>
          </a:prstGeom>
          <a:solidFill xmlns:a="http://schemas.openxmlformats.org/drawingml/2006/main">
            <a:srgbClr val="CFD2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C6E443-06B9-4579-9B27-700210E1F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05100"/>
            <a:ext cx="2419350" cy="2571750"/>
          </a:xfrm>
          <a:prstGeom xmlns:a="http://schemas.openxmlformats.org/drawingml/2006/main" prst="roundRect">
            <a:avLst>
              <a:gd name="adj" fmla="val 47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2D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4152AA-EB87-4FD5-8BE9-42FCC519F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19400"/>
            <a:ext cx="571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922C68-1C96-4D22-951A-0045B7A8E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8765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315E7D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315E7D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CBC9FB-7F86-46B4-8F39-5DFE04FE8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146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73340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73340"/>
                </a:solidFill>
                <a:latin typeface="Noto Sans SC"/>
                <a:ea typeface="Noto Sans SC"/>
                <a:cs typeface="Noto Sans SC"/>
              </a:rPr>
              <a:t>检验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C799A0-2728-4C7F-856E-293078C3D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314700"/>
            <a:ext cx="19240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5515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5515D"/>
                </a:solidFill>
                <a:latin typeface="Noto Sans SC"/>
                <a:ea typeface="Noto Sans SC"/>
                <a:cs typeface="Noto Sans SC"/>
              </a:rPr>
              <a:t>回到证据与边界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4E466F-DA4F-42B6-99F0-062CD09ED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27A82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27A82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CD550E-DE21-4B48-82A4-DBC4B8DFF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27A82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27A82"/>
                </a:solidFill>
                <a:latin typeface="Noto Sans SC"/>
                <a:ea typeface="Noto Sans SC"/>
                <a:cs typeface="Noto Sans SC"/>
              </a:rPr>
              <a:t>8 / 18</a:t>
            </a:r>
          </a:p>
        </p:txBody>
      </p:sp>
    </p:spTree>
    <p:extLst>
      <p:ext uri="{BB962C8B-B14F-4D97-AF65-F5344CB8AC3E}">
        <p14:creationId xmlns:p14="http://schemas.microsoft.com/office/powerpoint/2010/main" val="94512892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129370f4634fb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8DEE8A-0413-4666-BEE5-716CB9DA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315E7D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315E7D"/>
                </a:solidFill>
                <a:latin typeface="Noto Sans SC"/>
                <a:ea typeface="Noto Sans SC"/>
                <a:cs typeface="Noto Sans SC"/>
              </a:rPr>
              <a:t>学术编辑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D29BD7-BA10-4185-916F-E3EF3695B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273340"/>
                </a:solidFill>
                <a:latin typeface="Noto Serif SC"/>
                <a:ea typeface="Noto Serif SC"/>
                <a:cs typeface="Noto Serif SC"/>
              </a:defRPr>
            </a:pPr>
            <a:r>
              <a:rPr sz="3600" b="1">
                <a:solidFill>
                  <a:srgbClr val="273340"/>
                </a:solidFill>
                <a:latin typeface="Noto Serif SC"/>
                <a:ea typeface="Noto Serif SC"/>
                <a:cs typeface="Noto Serif SC"/>
              </a:rPr>
              <a:t>例题拆解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C3A7FC-6388-4419-8236-1C5699C77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727A82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727A82"/>
                </a:solidFill>
                <a:latin typeface="Noto Sans SC"/>
                <a:ea typeface="Noto Sans SC"/>
                <a:cs typeface="Noto Sans SC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7E75F5-B9DB-4920-9234-07CF3B724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2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DF0935-3049-4242-93D2-31AC7EC66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27A8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727A82"/>
                </a:solidFill>
                <a:latin typeface="Noto Sans SC"/>
                <a:ea typeface="Noto Sans SC"/>
                <a:cs typeface="Noto Sans SC"/>
              </a:rPr>
              <a:t>先识别结构，再执行步骤，最后回到证据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2AF352-D7BA-4E6C-86EE-28365FFC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57425"/>
            <a:ext cx="3143250" cy="34290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CFD2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6C47EC-51C2-47AC-AA6D-F157A018D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3143250" cy="34290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2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474DC8-2CA1-4C57-A98C-F26D8ECB8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571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6B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F0091D-DC65-42F8-A6DC-2BB4FC15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73340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73340"/>
                </a:solidFill>
                <a:latin typeface="Noto Sans SC"/>
                <a:ea typeface="Noto Sans SC"/>
                <a:cs typeface="Noto Sans SC"/>
              </a:rPr>
              <a:t>题目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CD13EB-8C74-451D-B62F-82756CBBB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26479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5515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5515D"/>
                </a:solidFill>
                <a:latin typeface="Noto Sans SC"/>
                <a:ea typeface="Noto Sans SC"/>
                <a:cs typeface="Noto Sans SC"/>
              </a:rPr>
              <a:t>给定条件后，先判断真正需要求解的对象。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B03FAD-C50F-4CBA-A9B2-0E8231D44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257425"/>
            <a:ext cx="3143250" cy="34290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CFD2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26D10F-B9E6-4A15-8C16-CED7D6EF5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171700"/>
            <a:ext cx="3143250" cy="34290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2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F18960-D9EA-4408-A8B9-839187318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286000"/>
            <a:ext cx="571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2E45DD-4410-4654-9DA4-CE00AF4FD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812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73340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73340"/>
                </a:solidFill>
                <a:latin typeface="Noto Sans SC"/>
                <a:ea typeface="Noto Sans SC"/>
                <a:cs typeface="Noto Sans SC"/>
              </a:rPr>
              <a:t>策略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8EEBEC-67B0-46DA-B64B-DCA256B78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781300"/>
            <a:ext cx="26479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5515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5515D"/>
                </a:solidFill>
                <a:latin typeface="Noto Sans SC"/>
                <a:ea typeface="Noto Sans SC"/>
                <a:cs typeface="Noto Sans SC"/>
              </a:rPr>
              <a:t>把条件转换为可以逐步核验的结构。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49D12D-848D-4C3B-83B8-2FDC0066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257425"/>
            <a:ext cx="36195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CFD2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9E5D0D-E969-4244-B3E8-E7489E60D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171700"/>
            <a:ext cx="36195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2D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9C50FE-B962-4E3D-9ACA-2925191F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286000"/>
            <a:ext cx="571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6D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707036-AE15-459B-B2F8-908781BBD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81250"/>
            <a:ext cx="312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73340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73340"/>
                </a:solidFill>
                <a:latin typeface="Noto Sans SC"/>
                <a:ea typeface="Noto Sans SC"/>
                <a:cs typeface="Noto Sans SC"/>
              </a:rPr>
              <a:t>验证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62A639-79DD-4167-BC01-174170BA9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81300"/>
            <a:ext cx="31242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5515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5515D"/>
                </a:solidFill>
                <a:latin typeface="Noto Sans SC"/>
                <a:ea typeface="Noto Sans SC"/>
                <a:cs typeface="Noto Sans SC"/>
              </a:rPr>
              <a:t>检查结果是否满足原条件，并说明适用边界。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474CD4-B136-4700-951F-E26775494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27A82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27A82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1228D6-B1A1-4255-A0C5-997CBE6D8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27A82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27A82"/>
                </a:solidFill>
                <a:latin typeface="Noto Sans SC"/>
                <a:ea typeface="Noto Sans SC"/>
                <a:cs typeface="Noto Sans SC"/>
              </a:rPr>
              <a:t>9 / 18</a:t>
            </a:r>
          </a:p>
        </p:txBody>
      </p:sp>
    </p:spTree>
    <p:extLst>
      <p:ext uri="{BB962C8B-B14F-4D97-AF65-F5344CB8AC3E}">
        <p14:creationId xmlns:p14="http://schemas.microsoft.com/office/powerpoint/2010/main" val="104696037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a43b26856c423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D98568-B961-431E-A59E-E00DDF6B6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315E7D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315E7D"/>
                </a:solidFill>
                <a:latin typeface="Noto Sans SC"/>
                <a:ea typeface="Noto Sans SC"/>
                <a:cs typeface="Noto Sans SC"/>
              </a:rPr>
              <a:t>学术编辑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DDD1B6-8AD6-4BDA-97E0-1FE1FBBD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273340"/>
                </a:solidFill>
                <a:latin typeface="Noto Serif SC"/>
                <a:ea typeface="Noto Serif SC"/>
                <a:cs typeface="Noto Serif SC"/>
              </a:defRPr>
            </a:pPr>
            <a:r>
              <a:rPr sz="3600" b="1">
                <a:solidFill>
                  <a:srgbClr val="273340"/>
                </a:solidFill>
                <a:latin typeface="Noto Serif SC"/>
                <a:ea typeface="Noto Serif SC"/>
                <a:cs typeface="Noto Serif SC"/>
              </a:rPr>
              <a:t>方法对比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40B3B3-18C3-47C1-AC73-8EC69A67F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727A82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727A82"/>
                </a:solidFill>
                <a:latin typeface="Noto Sans SC"/>
                <a:ea typeface="Noto Sans SC"/>
                <a:cs typeface="Noto Sans SC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B856B4-9F98-4A8E-91C9-D069E461A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2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916CE2-B1C6-4992-9F35-D2469EFCB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27A8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727A82"/>
                </a:solidFill>
                <a:latin typeface="Noto Sans SC"/>
                <a:ea typeface="Noto Sans SC"/>
                <a:cs typeface="Noto Sans SC"/>
              </a:rPr>
              <a:t>同一问题可以有多条路径，但评价标准保持一致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1BAFFF-9995-4BCA-A3D1-00BDCB95D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95525"/>
            <a:ext cx="5095875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CFD2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49E85B-C982-42FB-9AE0-1B10BEDBB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5095875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2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2635AB-4FB9-47D5-B016-C0D02A2C8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24100"/>
            <a:ext cx="571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F70727-AD43-4B45-8ABA-C8452DE2E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19350"/>
            <a:ext cx="4600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73340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73340"/>
                </a:solidFill>
                <a:latin typeface="Noto Sans SC"/>
                <a:ea typeface="Noto Sans SC"/>
                <a:cs typeface="Noto Sans SC"/>
              </a:rPr>
              <a:t>路径 A｜直接判断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DC386B-50C7-4CBA-BC0C-6E3CCD2D3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19400"/>
            <a:ext cx="4600575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5515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5515D"/>
                </a:solidFill>
                <a:latin typeface="Noto Sans SC"/>
                <a:ea typeface="Noto Sans SC"/>
                <a:cs typeface="Noto Sans SC"/>
              </a:rPr>
              <a:t>步骤更少，适合条件清晰、证据完整的任务。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527673-FA2A-4E93-BAB5-B28ADDE40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295525"/>
            <a:ext cx="5095875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CFD2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94C6B8-7510-4D6F-88F5-67192F6C2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209800"/>
            <a:ext cx="5095875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2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0BDA24-32E5-4FFE-9C34-8CCC54F06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324100"/>
            <a:ext cx="571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6D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912D56-F85E-40CC-B4DA-8C861AD40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419350"/>
            <a:ext cx="4600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73340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73340"/>
                </a:solidFill>
                <a:latin typeface="Noto Sans SC"/>
                <a:ea typeface="Noto Sans SC"/>
                <a:cs typeface="Noto Sans SC"/>
              </a:rPr>
              <a:t>路径 B｜逐层验证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50C230-0DCB-4E08-B17B-6BF339CE3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19400"/>
            <a:ext cx="4600575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5515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5515D"/>
                </a:solidFill>
                <a:latin typeface="Noto Sans SC"/>
                <a:ea typeface="Noto Sans SC"/>
                <a:cs typeface="Noto Sans SC"/>
              </a:rPr>
              <a:t>检查更细，适合边界模糊或需要追溯依据的任务。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C3AA7D-5200-428B-A2D2-D451FC6F5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27A82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27A82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6FB44C-1BFA-4FE4-96E5-DB3670BB0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27A82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27A82"/>
                </a:solidFill>
                <a:latin typeface="Noto Sans SC"/>
                <a:ea typeface="Noto Sans SC"/>
                <a:cs typeface="Noto Sans SC"/>
              </a:rPr>
              <a:t>10 / 18</a:t>
            </a:r>
          </a:p>
        </p:txBody>
      </p:sp>
    </p:spTree>
    <p:extLst>
      <p:ext uri="{BB962C8B-B14F-4D97-AF65-F5344CB8AC3E}">
        <p14:creationId xmlns:p14="http://schemas.microsoft.com/office/powerpoint/2010/main" val="110211470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ca7ec4deac4bf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8D93D8-9F76-44B6-9F59-039C19CAF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315E7D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315E7D"/>
                </a:solidFill>
                <a:latin typeface="Noto Sans SC"/>
                <a:ea typeface="Noto Sans SC"/>
                <a:cs typeface="Noto Sans SC"/>
              </a:rPr>
              <a:t>学术编辑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B6F5B0-6A60-4C88-AF1B-F1D67213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273340"/>
                </a:solidFill>
                <a:latin typeface="Noto Serif SC"/>
                <a:ea typeface="Noto Serif SC"/>
                <a:cs typeface="Noto Serif SC"/>
              </a:defRPr>
            </a:pPr>
            <a:r>
              <a:rPr sz="3600" b="1">
                <a:solidFill>
                  <a:srgbClr val="273340"/>
                </a:solidFill>
                <a:latin typeface="Noto Serif SC"/>
                <a:ea typeface="Noto Serif SC"/>
                <a:cs typeface="Noto Serif SC"/>
              </a:rPr>
              <a:t>代码与实现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78EDB4-593D-4FB2-AAEB-718CC3DE9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727A82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727A82"/>
                </a:solidFill>
                <a:latin typeface="Noto Sans SC"/>
                <a:ea typeface="Noto Sans SC"/>
                <a:cs typeface="Noto Sans SC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DD3470-5869-42A8-A438-11F2187DE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2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83D569-BDBD-45BB-B42E-CA176E99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27A8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727A82"/>
                </a:solidFill>
                <a:latin typeface="Noto Sans SC"/>
                <a:ea typeface="Noto Sans SC"/>
                <a:cs typeface="Noto Sans SC"/>
              </a:rPr>
              <a:t>证据页优先保证代码、公式和表格的可读性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1BC2B4-C2DF-43CE-9FFE-0A34E1105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81225"/>
            <a:ext cx="1057275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CFD2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A989E0-9F2A-4BFA-852A-518F38E6A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1057275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252E35"/>
          </a:solidFill>
          <a:ln xmlns:a="http://schemas.openxmlformats.org/drawingml/2006/main" w="9525">
            <a:solidFill>
              <a:srgbClr val="CFD2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E58BB7-EC99-48E3-A5E7-D0FF13B24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5715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11335E-183F-4406-907D-30BC674C5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1007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4F6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4F6F7"/>
                </a:solidFill>
                <a:latin typeface="Noto Sans SC"/>
                <a:ea typeface="Noto Sans SC"/>
                <a:cs typeface="Noto Sans SC"/>
              </a:rPr>
              <a:t>可编辑代码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3B1C50-10ED-4E41-8D4C-49937358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05100"/>
            <a:ext cx="1007745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F4F6F7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F4F6F7"/>
                </a:solidFill>
                <a:latin typeface="Noto Sans SC"/>
                <a:ea typeface="Noto Sans SC"/>
                <a:cs typeface="Noto Sans SC"/>
              </a:rPr>
              <a:t>function verify(input) {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F4F6F7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F4F6F7"/>
                </a:solidFill>
                <a:latin typeface="Noto Sans SC"/>
                <a:ea typeface="Noto Sans SC"/>
                <a:cs typeface="Noto Sans SC"/>
              </a:rPr>
              <a:t>  const evidence = collect(input);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F4F6F7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F4F6F7"/>
                </a:solidFill>
                <a:latin typeface="Noto Sans SC"/>
                <a:ea typeface="Noto Sans SC"/>
                <a:cs typeface="Noto Sans SC"/>
              </a:rPr>
              <a:t>  return evidence.every(item =&gt; item.valid);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F4F6F7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F4F6F7"/>
                </a:solidFill>
                <a:latin typeface="Noto Sans SC"/>
                <a:ea typeface="Noto Sans SC"/>
                <a:cs typeface="Noto Sans SC"/>
              </a:rPr>
              <a:t>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8F5932-8385-418B-B540-E65DE1191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27A82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27A82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B702E0-6D63-4C79-AAE0-B46B903EB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27A82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27A82"/>
                </a:solidFill>
                <a:latin typeface="Noto Sans SC"/>
                <a:ea typeface="Noto Sans SC"/>
                <a:cs typeface="Noto Sans SC"/>
              </a:rPr>
              <a:t>11 / 18</a:t>
            </a:r>
          </a:p>
        </p:txBody>
      </p:sp>
    </p:spTree>
    <p:extLst>
      <p:ext uri="{BB962C8B-B14F-4D97-AF65-F5344CB8AC3E}">
        <p14:creationId xmlns:p14="http://schemas.microsoft.com/office/powerpoint/2010/main" val="148234171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455082911b4be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5466F0-1AF0-4E4F-A740-FD41540F3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315E7D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315E7D"/>
                </a:solidFill>
                <a:latin typeface="Noto Sans SC"/>
                <a:ea typeface="Noto Sans SC"/>
                <a:cs typeface="Noto Sans SC"/>
              </a:rPr>
              <a:t>学术编辑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17E81D-1EDF-49EB-9F27-86832101D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273340"/>
                </a:solidFill>
                <a:latin typeface="Noto Serif SC"/>
                <a:ea typeface="Noto Serif SC"/>
                <a:cs typeface="Noto Serif SC"/>
              </a:defRPr>
            </a:pPr>
            <a:r>
              <a:rPr sz="3600" b="1">
                <a:solidFill>
                  <a:srgbClr val="273340"/>
                </a:solidFill>
                <a:latin typeface="Noto Serif SC"/>
                <a:ea typeface="Noto Serif SC"/>
                <a:cs typeface="Noto Serif SC"/>
              </a:rPr>
              <a:t>证据核对表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3F945E-AB8C-4D57-98E7-7D79B62D8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727A82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727A82"/>
                </a:solidFill>
                <a:latin typeface="Noto Sans SC"/>
                <a:ea typeface="Noto Sans SC"/>
                <a:cs typeface="Noto Sans SC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D9A8FF-AE72-4D06-9385-C97C3B45C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2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5D955E-AB26-4ECB-A7BD-CEC2ACECF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27A8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727A82"/>
                </a:solidFill>
                <a:latin typeface="Noto Sans SC"/>
                <a:ea typeface="Noto Sans SC"/>
                <a:cs typeface="Noto Sans SC"/>
              </a:rPr>
              <a:t>把结论、证据与限制条件放到同一张表中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B1C578-AF89-4715-9D29-46818104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76475"/>
            <a:ext cx="3314700" cy="33337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CFD2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07EBDE-BB41-4F2D-A567-6EA55C2F1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3314700" cy="33337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2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E448E1-D8D2-4C62-88E2-02E322B28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571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6DE5DA-3D54-4E69-9B77-32173C8D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73340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73340"/>
                </a:solidFill>
                <a:latin typeface="Noto Sans SC"/>
                <a:ea typeface="Noto Sans SC"/>
                <a:cs typeface="Noto Sans SC"/>
              </a:rPr>
              <a:t>结论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5B86B2-D1FB-4400-BAAD-B8174FB4F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00350"/>
            <a:ext cx="281940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5515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5515D"/>
                </a:solidFill>
                <a:latin typeface="Noto Sans SC"/>
                <a:ea typeface="Noto Sans SC"/>
                <a:cs typeface="Noto Sans SC"/>
              </a:rPr>
              <a:t>当前判断可成立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69022E-55B3-4C05-88D1-3AAC759B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76475"/>
            <a:ext cx="3314700" cy="33337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CFD2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58A4AD-D1F8-406F-8935-918E29699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90750"/>
            <a:ext cx="3314700" cy="33337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252E35"/>
          </a:solidFill>
          <a:ln xmlns:a="http://schemas.openxmlformats.org/drawingml/2006/main" w="9525">
            <a:solidFill>
              <a:srgbClr val="CFD2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B063CD-D88F-47F7-AEE8-DC47AFE6B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05050"/>
            <a:ext cx="571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30B854-BDFF-4CAC-9C4C-FE8078A52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003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4F6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4F6F7"/>
                </a:solidFill>
                <a:latin typeface="Noto Sans SC"/>
                <a:ea typeface="Noto Sans SC"/>
                <a:cs typeface="Noto Sans SC"/>
              </a:rPr>
              <a:t>证据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F6457E-5509-457C-B043-0F7D583C6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00350"/>
            <a:ext cx="281940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F4F6F7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F4F6F7"/>
                </a:solidFill>
                <a:latin typeface="Noto Sans SC"/>
                <a:ea typeface="Noto Sans SC"/>
                <a:cs typeface="Noto Sans SC"/>
              </a:rPr>
              <a:t>数据、过程与来源相互支持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B0B680-0BCB-4BA5-9025-409E22738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76475"/>
            <a:ext cx="3314700" cy="33337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CFD2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B12CD0-5A96-424B-93E0-DEA415C8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314700" cy="33337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2D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4AF099-0B87-4022-8BCE-D15950685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05050"/>
            <a:ext cx="571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BADE13-A9A1-498B-BF7E-DAF44F333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003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73340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73340"/>
                </a:solidFill>
                <a:latin typeface="Noto Sans SC"/>
                <a:ea typeface="Noto Sans SC"/>
                <a:cs typeface="Noto Sans SC"/>
              </a:rPr>
              <a:t>限制条件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67029F-D034-42FE-A4EE-BD781C2FF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00350"/>
            <a:ext cx="281940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5515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5515D"/>
                </a:solidFill>
                <a:latin typeface="Noto Sans SC"/>
                <a:ea typeface="Noto Sans SC"/>
                <a:cs typeface="Noto Sans SC"/>
              </a:rPr>
              <a:t>仅适用于已声明的条件范围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524075-5676-4741-8F1F-664D6922E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27A82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27A82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F7A2D2-DB2A-4A99-A3E4-839993517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27A82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27A82"/>
                </a:solidFill>
                <a:latin typeface="Noto Sans SC"/>
                <a:ea typeface="Noto Sans SC"/>
                <a:cs typeface="Noto Sans SC"/>
              </a:rPr>
              <a:t>12 / 18</a:t>
            </a:r>
          </a:p>
        </p:txBody>
      </p:sp>
    </p:spTree>
    <p:extLst>
      <p:ext uri="{BB962C8B-B14F-4D97-AF65-F5344CB8AC3E}">
        <p14:creationId xmlns:p14="http://schemas.microsoft.com/office/powerpoint/2010/main" val="8568965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bec20daabb4ad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031C9B-7930-40C6-9972-E24E18DC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315E7D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315E7D"/>
                </a:solidFill>
                <a:latin typeface="Noto Sans SC"/>
                <a:ea typeface="Noto Sans SC"/>
                <a:cs typeface="Noto Sans SC"/>
              </a:rPr>
              <a:t>学术编辑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C2445F-8F1D-47F1-B534-EC1142CD9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273340"/>
                </a:solidFill>
                <a:latin typeface="Noto Serif SC"/>
                <a:ea typeface="Noto Serif SC"/>
                <a:cs typeface="Noto Serif SC"/>
              </a:defRPr>
            </a:pPr>
            <a:r>
              <a:rPr sz="3600" b="1">
                <a:solidFill>
                  <a:srgbClr val="273340"/>
                </a:solidFill>
                <a:latin typeface="Noto Serif SC"/>
                <a:ea typeface="Noto Serif SC"/>
                <a:cs typeface="Noto Serif SC"/>
              </a:rPr>
              <a:t>理解检查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F60C5E-98FC-4747-9934-67D35037B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727A82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727A82"/>
                </a:solidFill>
                <a:latin typeface="Noto Sans SC"/>
                <a:ea typeface="Noto Sans SC"/>
                <a:cs typeface="Noto Sans SC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D86B73-9A7C-4328-AC5D-0C961E268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2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906E06-4810-43F1-9FF0-BE97F91F0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27A8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727A82"/>
                </a:solidFill>
                <a:latin typeface="Noto Sans SC"/>
                <a:ea typeface="Noto Sans SC"/>
                <a:cs typeface="Noto Sans SC"/>
              </a:rPr>
              <a:t>先独立作答，再展开判断依据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E5B414-A5E0-4D6E-B948-C558523BD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38375"/>
            <a:ext cx="1057275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CFD2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3B6DCB-1506-4B70-9018-14552BFA9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1057275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2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E1C3CD-D68E-493A-9E2E-23D87613B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571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6B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8F84AA-557D-4E09-80DF-DF157FB02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1007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73340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73340"/>
                </a:solidFill>
                <a:latin typeface="Noto Sans SC"/>
                <a:ea typeface="Noto Sans SC"/>
                <a:cs typeface="Noto Sans SC"/>
              </a:rPr>
              <a:t>问题 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9153D0-E3DA-4769-9CC2-DDA7844C2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100774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5515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5515D"/>
                </a:solidFill>
                <a:latin typeface="Noto Sans SC"/>
                <a:ea typeface="Noto Sans SC"/>
                <a:cs typeface="Noto Sans SC"/>
              </a:rPr>
              <a:t>请判断给定方案是否满足定义，并写出两条可核验的判断依据。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9ECCCD-2FD9-482F-B8B1-8199A8EFB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27A82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27A82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51FB6C-A6B3-461C-8B35-AFF2F3E6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27A82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27A82"/>
                </a:solidFill>
                <a:latin typeface="Noto Sans SC"/>
                <a:ea typeface="Noto Sans SC"/>
                <a:cs typeface="Noto Sans SC"/>
              </a:rPr>
              <a:t>13 / 18</a:t>
            </a:r>
          </a:p>
        </p:txBody>
      </p:sp>
    </p:spTree>
    <p:extLst>
      <p:ext uri="{BB962C8B-B14F-4D97-AF65-F5344CB8AC3E}">
        <p14:creationId xmlns:p14="http://schemas.microsoft.com/office/powerpoint/2010/main" val="187138800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b1d5eb1807451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4C8B03-8BF6-4B3A-91AD-95EED897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315E7D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315E7D"/>
                </a:solidFill>
                <a:latin typeface="Noto Sans SC"/>
                <a:ea typeface="Noto Sans SC"/>
                <a:cs typeface="Noto Sans SC"/>
              </a:rPr>
              <a:t>学术编辑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57C042-B37F-4ED2-BF9B-4B6C727A3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273340"/>
                </a:solidFill>
                <a:latin typeface="Noto Serif SC"/>
                <a:ea typeface="Noto Serif SC"/>
                <a:cs typeface="Noto Serif SC"/>
              </a:defRPr>
            </a:pPr>
            <a:r>
              <a:rPr sz="3600" b="1">
                <a:solidFill>
                  <a:srgbClr val="273340"/>
                </a:solidFill>
                <a:latin typeface="Noto Serif SC"/>
                <a:ea typeface="Noto Serif SC"/>
                <a:cs typeface="Noto Serif SC"/>
              </a:rPr>
              <a:t>反馈与订正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B56643-853B-4B7C-9016-94E75EB6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727A82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727A82"/>
                </a:solidFill>
                <a:latin typeface="Noto Sans SC"/>
                <a:ea typeface="Noto Sans SC"/>
                <a:cs typeface="Noto Sans SC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A91810-F08D-44AE-A6A6-7E2973F70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2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8C285C-FAB5-4F80-A713-68ABF73B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27A8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727A82"/>
                </a:solidFill>
                <a:latin typeface="Noto Sans SC"/>
                <a:ea typeface="Noto Sans SC"/>
                <a:cs typeface="Noto Sans SC"/>
              </a:rPr>
              <a:t>反馈指出差距，也给出下一步行动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5A75DB-93B1-4512-8D56-8526E6FD7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38375"/>
            <a:ext cx="5095875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CFD2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5398B3-CE5F-428C-8094-79F2E264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5095875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2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64D6A0-41FC-4742-B929-CC6FE5873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571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6B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E46940-1971-4DB1-BE32-B0D9F7AE5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4600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73340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73340"/>
                </a:solidFill>
                <a:latin typeface="Noto Sans SC"/>
                <a:ea typeface="Noto Sans SC"/>
                <a:cs typeface="Noto Sans SC"/>
              </a:rPr>
              <a:t>你的回答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79E462-AAD7-4EF0-AAA8-D260B6AD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4600575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5515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5515D"/>
                </a:solidFill>
                <a:latin typeface="Noto Sans SC"/>
                <a:ea typeface="Noto Sans SC"/>
                <a:cs typeface="Noto Sans SC"/>
              </a:rPr>
              <a:t>先保留学习者的原始判断与理由。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572133-A7B7-47D0-BD26-BF72E38AD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238375"/>
            <a:ext cx="5095875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CFD2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F1BE8C-C9C6-4225-86C6-08F539190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152650"/>
            <a:ext cx="5095875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2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B43DC4-C895-4086-9785-00D56C6E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266950"/>
            <a:ext cx="571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6D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6521A9-EF57-47A0-94EA-C821B91F8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362200"/>
            <a:ext cx="4600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73340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73340"/>
                </a:solidFill>
                <a:latin typeface="Noto Sans SC"/>
                <a:ea typeface="Noto Sans SC"/>
                <a:cs typeface="Noto Sans SC"/>
              </a:rPr>
              <a:t>反馈依据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362FB6-47A2-4E7E-A497-793EB185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762250"/>
            <a:ext cx="4600575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5515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5515D"/>
                </a:solidFill>
                <a:latin typeface="Noto Sans SC"/>
                <a:ea typeface="Noto Sans SC"/>
                <a:cs typeface="Noto Sans SC"/>
              </a:rPr>
              <a:t>指出已掌握部分、证据缺口和下一步行动。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8E9563-78FE-4259-91CA-FA915C063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27A82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27A82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A06C51-1E6A-4013-8E7A-5E9B02434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27A82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27A82"/>
                </a:solidFill>
                <a:latin typeface="Noto Sans SC"/>
                <a:ea typeface="Noto Sans SC"/>
                <a:cs typeface="Noto Sans SC"/>
              </a:rPr>
              <a:t>14 / 18</a:t>
            </a:r>
          </a:p>
        </p:txBody>
      </p:sp>
    </p:spTree>
    <p:extLst>
      <p:ext uri="{BB962C8B-B14F-4D97-AF65-F5344CB8AC3E}">
        <p14:creationId xmlns:p14="http://schemas.microsoft.com/office/powerpoint/2010/main" val="39256831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82fcbfce0f49d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8313DE-177B-4A10-92DC-8D08A2990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315E7D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315E7D"/>
                </a:solidFill>
                <a:latin typeface="Noto Sans SC"/>
                <a:ea typeface="Noto Sans SC"/>
                <a:cs typeface="Noto Sans SC"/>
              </a:rPr>
              <a:t>学术编辑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AA2BA4-F046-497A-89D9-60A4207B6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273340"/>
                </a:solidFill>
                <a:latin typeface="Noto Serif SC"/>
                <a:ea typeface="Noto Serif SC"/>
                <a:cs typeface="Noto Serif SC"/>
              </a:defRPr>
            </a:pPr>
            <a:r>
              <a:rPr sz="3600" b="1">
                <a:solidFill>
                  <a:srgbClr val="273340"/>
                </a:solidFill>
                <a:latin typeface="Noto Serif SC"/>
                <a:ea typeface="Noto Serif SC"/>
                <a:cs typeface="Noto Serif SC"/>
              </a:rPr>
              <a:t>易错辨析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C3C223-D464-44F6-BF61-6ACD6401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727A82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727A82"/>
                </a:solidFill>
                <a:latin typeface="Noto Sans SC"/>
                <a:ea typeface="Noto Sans SC"/>
                <a:cs typeface="Noto Sans SC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E8D9E6-EC3A-4375-9A63-E7B7839B7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2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A1293C-7DF4-48AD-8592-E1E8580F4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27A8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727A82"/>
                </a:solidFill>
                <a:latin typeface="Noto Sans SC"/>
                <a:ea typeface="Noto Sans SC"/>
                <a:cs typeface="Noto Sans SC"/>
              </a:rPr>
              <a:t>错误答案通常来自边界混淆，而不是记忆不足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4477D8-A119-4BCB-903D-07F904096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38375"/>
            <a:ext cx="5095875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CFD2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5939A2-0792-4EB5-ADF0-5192AE774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5095875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2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A26477-742A-48CC-B26A-82EA9BD7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571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4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0F1A7B-2C95-48B5-9265-7D12414EF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4600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73340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73340"/>
                </a:solidFill>
                <a:latin typeface="Noto Sans SC"/>
                <a:ea typeface="Noto Sans SC"/>
                <a:cs typeface="Noto Sans SC"/>
              </a:rPr>
              <a:t>常见误区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E4D960-890A-46A5-BE84-70B07AD37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4600575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5515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5515D"/>
                </a:solidFill>
                <a:latin typeface="Noto Sans SC"/>
                <a:ea typeface="Noto Sans SC"/>
                <a:cs typeface="Noto Sans SC"/>
              </a:rPr>
              <a:t>只记住结论，却忽略结论成立的条件。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C5E607-6F74-49EF-874F-8F926BE5A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238375"/>
            <a:ext cx="5095875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CFD2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2AD9D2-2D1C-43F2-B478-85C51CBE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152650"/>
            <a:ext cx="5095875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2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7A25CE-F707-4C2D-B480-B9A5985D2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266950"/>
            <a:ext cx="571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6D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A0A970-AEC2-4288-BF02-78E277ADD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362200"/>
            <a:ext cx="4600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73340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73340"/>
                </a:solidFill>
                <a:latin typeface="Noto Sans SC"/>
                <a:ea typeface="Noto Sans SC"/>
                <a:cs typeface="Noto Sans SC"/>
              </a:rPr>
              <a:t>修正策略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3A68B9-69CF-47CB-A0F2-16B999EAA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762250"/>
            <a:ext cx="4600575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5515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5515D"/>
                </a:solidFill>
                <a:latin typeface="Noto Sans SC"/>
                <a:ea typeface="Noto Sans SC"/>
                <a:cs typeface="Noto Sans SC"/>
              </a:rPr>
              <a:t>把条件、证据和边界重新连接起来。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F92363-C07F-4326-9CBE-531610427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27A82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27A82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210A3E-9347-4055-97C2-92EA19A68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27A82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27A82"/>
                </a:solidFill>
                <a:latin typeface="Noto Sans SC"/>
                <a:ea typeface="Noto Sans SC"/>
                <a:cs typeface="Noto Sans SC"/>
              </a:rPr>
              <a:t>15 / 18</a:t>
            </a:r>
          </a:p>
        </p:txBody>
      </p:sp>
    </p:spTree>
    <p:extLst>
      <p:ext uri="{BB962C8B-B14F-4D97-AF65-F5344CB8AC3E}">
        <p14:creationId xmlns:p14="http://schemas.microsoft.com/office/powerpoint/2010/main" val="143204335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b683d4dda641b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4867C4-D1B6-40C5-9F64-8F8242C67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315E7D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315E7D"/>
                </a:solidFill>
                <a:latin typeface="Noto Sans SC"/>
                <a:ea typeface="Noto Sans SC"/>
                <a:cs typeface="Noto Sans SC"/>
              </a:rPr>
              <a:t>学术编辑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F2B493-37FA-4DFF-B0F1-2B35DEA7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273340"/>
                </a:solidFill>
                <a:latin typeface="Noto Serif SC"/>
                <a:ea typeface="Noto Serif SC"/>
                <a:cs typeface="Noto Serif SC"/>
              </a:defRPr>
            </a:pPr>
            <a:r>
              <a:rPr sz="3600" b="1">
                <a:solidFill>
                  <a:srgbClr val="273340"/>
                </a:solidFill>
                <a:latin typeface="Noto Serif SC"/>
                <a:ea typeface="Noto Serif SC"/>
                <a:cs typeface="Noto Serif SC"/>
              </a:rPr>
              <a:t>迁移应用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A1B38E-EC6B-4BCB-AC58-2FB50021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727A82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727A82"/>
                </a:solidFill>
                <a:latin typeface="Noto Sans SC"/>
                <a:ea typeface="Noto Sans SC"/>
                <a:cs typeface="Noto Sans SC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58497D-6186-41E2-84E2-CF34F98F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2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5095BC-391B-4EE7-B285-65C32F854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27A8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727A82"/>
                </a:solidFill>
                <a:latin typeface="Noto Sans SC"/>
                <a:ea typeface="Noto Sans SC"/>
                <a:cs typeface="Noto Sans SC"/>
              </a:rPr>
              <a:t>把方法映射到新的任务情境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03BBE6-105D-4BBA-9A46-299929EB4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14575"/>
            <a:ext cx="4953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CFD2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657EF3-FE17-4DE3-AA4F-D6297EBB1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28850"/>
            <a:ext cx="4953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2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F24ABB-E7AA-4E02-A6FE-5B3572549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571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92F2F3-2AF3-4EE5-A6B5-542C7E2E5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38400"/>
            <a:ext cx="445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73340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73340"/>
                </a:solidFill>
                <a:latin typeface="Noto Sans SC"/>
                <a:ea typeface="Noto Sans SC"/>
                <a:cs typeface="Noto Sans SC"/>
              </a:rPr>
              <a:t>原任务结构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D8E1E6-1AF2-419F-A840-6CA2B1A57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445770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5515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5515D"/>
                </a:solidFill>
                <a:latin typeface="Noto Sans SC"/>
                <a:ea typeface="Noto Sans SC"/>
                <a:cs typeface="Noto Sans SC"/>
              </a:rPr>
              <a:t>对象 → 条件 → 方法 → 证据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E94614-CDBB-4FA2-A984-CF675D299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14575"/>
            <a:ext cx="4953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CFD2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BBA266-DAC3-4D48-9520-695EB45C4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28850"/>
            <a:ext cx="4953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2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88AEED-7FF9-41BD-AB1C-C752D303F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43150"/>
            <a:ext cx="571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6D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D3F723-FFB0-4AD5-9E3E-9CF9057F3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38400"/>
            <a:ext cx="445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73340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73340"/>
                </a:solidFill>
                <a:latin typeface="Noto Sans SC"/>
                <a:ea typeface="Noto Sans SC"/>
                <a:cs typeface="Noto Sans SC"/>
              </a:rPr>
              <a:t>新情境映射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1A7DF0-1F77-4D61-8AAF-586AC3FD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38450"/>
            <a:ext cx="445770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5515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5515D"/>
                </a:solidFill>
                <a:latin typeface="Noto Sans SC"/>
                <a:ea typeface="Noto Sans SC"/>
                <a:cs typeface="Noto Sans SC"/>
              </a:rPr>
              <a:t>保留结构，替换对象与限制条件。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8179E7-C05E-41F5-8809-9379D5199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27A82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27A82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438B1F-009C-4822-943E-8AD28111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27A82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27A82"/>
                </a:solidFill>
                <a:latin typeface="Noto Sans SC"/>
                <a:ea typeface="Noto Sans SC"/>
                <a:cs typeface="Noto Sans SC"/>
              </a:rPr>
              <a:t>16 / 18</a:t>
            </a:r>
          </a:p>
        </p:txBody>
      </p:sp>
    </p:spTree>
    <p:extLst>
      <p:ext uri="{BB962C8B-B14F-4D97-AF65-F5344CB8AC3E}">
        <p14:creationId xmlns:p14="http://schemas.microsoft.com/office/powerpoint/2010/main" val="200557389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4f54a089604e4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CE8BF3-F5E5-4BFA-B6EE-A42F6AAD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315E7D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315E7D"/>
                </a:solidFill>
                <a:latin typeface="Noto Sans SC"/>
                <a:ea typeface="Noto Sans SC"/>
                <a:cs typeface="Noto Sans SC"/>
              </a:rPr>
              <a:t>学术编辑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FF4348-7C28-480B-8F66-8C80CB8A7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273340"/>
                </a:solidFill>
                <a:latin typeface="Noto Serif SC"/>
                <a:ea typeface="Noto Serif SC"/>
                <a:cs typeface="Noto Serif SC"/>
              </a:defRPr>
            </a:pPr>
            <a:r>
              <a:rPr sz="3600" b="1">
                <a:solidFill>
                  <a:srgbClr val="273340"/>
                </a:solidFill>
                <a:latin typeface="Noto Serif SC"/>
                <a:ea typeface="Noto Serif SC"/>
                <a:cs typeface="Noto Serif SC"/>
              </a:rPr>
              <a:t>本章回顾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09FAC5-B4CF-4E0C-8006-107174B6B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727A82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727A82"/>
                </a:solidFill>
                <a:latin typeface="Noto Sans SC"/>
                <a:ea typeface="Noto Sans SC"/>
                <a:cs typeface="Noto Sans SC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94EB3D-F453-4BA9-BAEA-EE3A0C677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2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E608A6-76F1-4AD8-BFD9-33E7CFDDD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27A8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727A82"/>
                </a:solidFill>
                <a:latin typeface="Noto Sans SC"/>
                <a:ea typeface="Noto Sans SC"/>
                <a:cs typeface="Noto Sans SC"/>
              </a:rPr>
              <a:t>让定义、方法、证据和边界重新汇聚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8E5EBE-4D90-4B94-8F61-DE1BFD4E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24193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CFD2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CB9461-6017-4455-9C64-E8C95F82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24193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2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BB0F9C-257F-44A9-A022-5F90F113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467407-FC20-435E-ADFB-FCF2CFA85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289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315E7D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315E7D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6970DC-5B61-462F-83B7-C151B7F8B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670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73340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73340"/>
                </a:solidFill>
                <a:latin typeface="Noto Sans SC"/>
                <a:ea typeface="Noto Sans SC"/>
                <a:cs typeface="Noto Sans SC"/>
              </a:rPr>
              <a:t>定义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9851EA-B9D2-4C3F-B32C-8E1D23E71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67050"/>
            <a:ext cx="19240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5515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5515D"/>
                </a:solidFill>
                <a:latin typeface="Noto Sans SC"/>
                <a:ea typeface="Noto Sans SC"/>
                <a:cs typeface="Noto Sans SC"/>
              </a:rPr>
              <a:t>说清对象和条件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85180D-923A-4344-9C52-63CB84344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43175"/>
            <a:ext cx="24193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CFD2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5B32B6-FE99-431C-B9EA-95D79A45D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57450"/>
            <a:ext cx="24193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2D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A2394F-0635-4F34-B82C-D77D9F480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57175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546D5B-7783-4D81-A7A1-EEAFE55F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289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315E7D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315E7D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BEF281-E096-47D9-AB0F-F117433CE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6670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73340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73340"/>
                </a:solidFill>
                <a:latin typeface="Noto Sans SC"/>
                <a:ea typeface="Noto Sans SC"/>
                <a:cs typeface="Noto Sans SC"/>
              </a:rPr>
              <a:t>方法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3ED167-E28A-4968-AC52-BFA09A50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067050"/>
            <a:ext cx="19240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5515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5515D"/>
                </a:solidFill>
                <a:latin typeface="Noto Sans SC"/>
                <a:ea typeface="Noto Sans SC"/>
                <a:cs typeface="Noto Sans SC"/>
              </a:rPr>
              <a:t>拆成可检查步骤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0E9690-626B-4D64-BB2D-C4DFB389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43175"/>
            <a:ext cx="24193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CFD2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407504-E51E-4D2F-99C3-1A8A10481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57450"/>
            <a:ext cx="24193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2D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4C9F14-B880-41B0-81FD-582971CD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7175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488722-F7A0-4C2E-8E84-2E298DFF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289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315E7D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315E7D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D44AE9-AD09-4AB7-A7DD-001E3C986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670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73340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73340"/>
                </a:solidFill>
                <a:latin typeface="Noto Sans SC"/>
                <a:ea typeface="Noto Sans SC"/>
                <a:cs typeface="Noto Sans SC"/>
              </a:rPr>
              <a:t>证据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3EB7F6-73A4-4C46-8D20-F89AEE45E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67050"/>
            <a:ext cx="19240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5515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5515D"/>
                </a:solidFill>
                <a:latin typeface="Noto Sans SC"/>
                <a:ea typeface="Noto Sans SC"/>
                <a:cs typeface="Noto Sans SC"/>
              </a:rPr>
              <a:t>核验来源与过程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1C8EA3-CBA3-4C6E-9640-B45BD669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43175"/>
            <a:ext cx="24193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CFD2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A850F3-30EC-4D83-827F-7C252273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57450"/>
            <a:ext cx="24193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2D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6C5293-4679-4DC9-83F9-5BEF60C2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6D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3BEDAE-F5C8-4AFD-9C30-DDBD5C684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289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F6D64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4F6D64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6A7591-D33D-48AB-8BD4-6C40AB521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670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73340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73340"/>
                </a:solidFill>
                <a:latin typeface="Noto Sans SC"/>
                <a:ea typeface="Noto Sans SC"/>
                <a:cs typeface="Noto Sans SC"/>
              </a:rPr>
              <a:t>边界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4D2B14-4198-4ABD-BA6D-2A7B5B760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067050"/>
            <a:ext cx="19240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5515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5515D"/>
                </a:solidFill>
                <a:latin typeface="Noto Sans SC"/>
                <a:ea typeface="Noto Sans SC"/>
                <a:cs typeface="Noto Sans SC"/>
              </a:rPr>
              <a:t>说明何时不适用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C02CCE-5DDB-4055-8AD1-9268DC86D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27A82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27A82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944F61-2CD6-451D-8ACE-8E1C7FD27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27A82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27A82"/>
                </a:solidFill>
                <a:latin typeface="Noto Sans SC"/>
                <a:ea typeface="Noto Sans SC"/>
                <a:cs typeface="Noto Sans SC"/>
              </a:rPr>
              <a:t>17 / 18</a:t>
            </a:r>
          </a:p>
        </p:txBody>
      </p:sp>
    </p:spTree>
    <p:extLst>
      <p:ext uri="{BB962C8B-B14F-4D97-AF65-F5344CB8AC3E}">
        <p14:creationId xmlns:p14="http://schemas.microsoft.com/office/powerpoint/2010/main" val="274217581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e6babdf501409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9B7C1A-1E6F-46C1-AF68-B51CF2280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315E7D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315E7D"/>
                </a:solidFill>
                <a:latin typeface="Noto Sans SC"/>
                <a:ea typeface="Noto Sans SC"/>
                <a:cs typeface="Noto Sans SC"/>
              </a:rPr>
              <a:t>学术编辑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45831B-D0CC-42F8-9067-0A3331DC5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273340"/>
                </a:solidFill>
                <a:latin typeface="Noto Serif SC"/>
                <a:ea typeface="Noto Serif SC"/>
                <a:cs typeface="Noto Serif SC"/>
              </a:defRPr>
            </a:pPr>
            <a:r>
              <a:rPr sz="3600" b="1">
                <a:solidFill>
                  <a:srgbClr val="273340"/>
                </a:solidFill>
                <a:latin typeface="Noto Serif SC"/>
                <a:ea typeface="Noto Serif SC"/>
                <a:cs typeface="Noto Serif SC"/>
              </a:rPr>
              <a:t>课程收束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E1A7D2-2CD7-441D-BC26-A1FC30551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727A82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727A82"/>
                </a:solidFill>
                <a:latin typeface="Noto Sans SC"/>
                <a:ea typeface="Noto Sans SC"/>
                <a:cs typeface="Noto Sans SC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F2B817-EE6F-400C-BFA2-5008F07B6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2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733195-F81D-4119-BB20-3CA2F085A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27A8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727A82"/>
                </a:solidFill>
                <a:latin typeface="Noto Sans SC"/>
                <a:ea typeface="Noto Sans SC"/>
                <a:cs typeface="Noto Sans SC"/>
              </a:rPr>
              <a:t>带着一个可执行的问题离开课堂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8AA46E-D9B5-4496-BB60-2569574BA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466975"/>
            <a:ext cx="8763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CFD2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61E43B-4EB3-4975-96AF-33BFF348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381250"/>
            <a:ext cx="8763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2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C23574-0E31-48DD-97D7-A4B97F588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49555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63817F-DBF6-4C31-81CC-0A3CC6B7E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590800"/>
            <a:ext cx="826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73340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73340"/>
                </a:solidFill>
                <a:latin typeface="Noto Sans SC"/>
                <a:ea typeface="Noto Sans SC"/>
                <a:cs typeface="Noto Sans SC"/>
              </a:rPr>
              <a:t>离堂问题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8565AF-134A-4880-AFF7-5D616EF0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90850"/>
            <a:ext cx="82677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5515D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45515D"/>
                </a:solidFill>
                <a:latin typeface="Noto Sans SC"/>
                <a:ea typeface="Noto Sans SC"/>
                <a:cs typeface="Noto Sans SC"/>
              </a:rPr>
              <a:t>你准备把今天的方法用于哪个真实任务？下一步要收集什么证据？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72914D-0D36-4012-A3CC-B7302FC5E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15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27A82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27A82"/>
                </a:solidFill>
                <a:latin typeface="Noto Sans SC"/>
                <a:ea typeface="Noto Sans SC"/>
                <a:cs typeface="Noto Sans SC"/>
              </a:rPr>
              <a:t>V5 TEMPLATE REFERENCE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B76E79-0463-4DCB-A02A-8145007C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727A82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727A82"/>
                </a:solidFill>
                <a:latin typeface="Noto Sans SC"/>
                <a:ea typeface="Noto Sans SC"/>
                <a:cs typeface="Noto Sans SC"/>
              </a:rPr>
              <a:t>18 / 18</a:t>
            </a:r>
          </a:p>
        </p:txBody>
      </p:sp>
    </p:spTree>
    <p:extLst>
      <p:ext uri="{BB962C8B-B14F-4D97-AF65-F5344CB8AC3E}">
        <p14:creationId xmlns:p14="http://schemas.microsoft.com/office/powerpoint/2010/main" val="4197695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2026-08-10T07:38:40.9800000Z</dcterms:created>
  <dcterms:modified xsi:type="dcterms:W3CDTF">2026-08-10T07:38:40.9800000Z</dcterms:modified>
</coreProperties>
</file>