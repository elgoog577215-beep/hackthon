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70f5983494fe7" /><Relationship Type="http://schemas.openxmlformats.org/officeDocument/2006/relationships/extended-properties" Target="/docProps/app.xml" Id="R6f8baf7f5bbd410f" /><Relationship Type="http://schemas.openxmlformats.org/officeDocument/2006/relationships/officeDocument" Target="/ppt/presentation.xml" Id="Reaac09b208944d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af5173f28e4c9b"/>
  </p:sldMasterIdLst>
  <p:notesMasterIdLst>
    <p:notesMasterId xmlns:r="http://schemas.openxmlformats.org/officeDocument/2006/relationships" r:id="R7ee46aa285e943fa"/>
  </p:notesMasterIdLst>
  <p:sldIdLst>
    <p:sldId xmlns:r="http://schemas.openxmlformats.org/officeDocument/2006/relationships" id="256" r:id="Rfc0322b1b01840e5"/>
    <p:sldId xmlns:r="http://schemas.openxmlformats.org/officeDocument/2006/relationships" id="257" r:id="R3d3e513ce07f48d8"/>
    <p:sldId xmlns:r="http://schemas.openxmlformats.org/officeDocument/2006/relationships" id="258" r:id="R652df1d546df4910"/>
    <p:sldId xmlns:r="http://schemas.openxmlformats.org/officeDocument/2006/relationships" id="259" r:id="Rff8d55d09d70478d"/>
    <p:sldId xmlns:r="http://schemas.openxmlformats.org/officeDocument/2006/relationships" id="260" r:id="R3334f41ed0564924"/>
    <p:sldId xmlns:r="http://schemas.openxmlformats.org/officeDocument/2006/relationships" id="261" r:id="R404750a998154e2a"/>
    <p:sldId xmlns:r="http://schemas.openxmlformats.org/officeDocument/2006/relationships" id="262" r:id="R2205f971be574c6b"/>
    <p:sldId xmlns:r="http://schemas.openxmlformats.org/officeDocument/2006/relationships" id="263" r:id="Rb04e4ce1992246cd"/>
    <p:sldId xmlns:r="http://schemas.openxmlformats.org/officeDocument/2006/relationships" id="264" r:id="R6d04002371ee4aa9"/>
    <p:sldId xmlns:r="http://schemas.openxmlformats.org/officeDocument/2006/relationships" id="265" r:id="R221407a192f84b81"/>
    <p:sldId xmlns:r="http://schemas.openxmlformats.org/officeDocument/2006/relationships" id="266" r:id="R5466ef0dfe824add"/>
    <p:sldId xmlns:r="http://schemas.openxmlformats.org/officeDocument/2006/relationships" id="267" r:id="Rbdd8be84ef16460c"/>
    <p:sldId xmlns:r="http://schemas.openxmlformats.org/officeDocument/2006/relationships" id="268" r:id="Rf0251aa80d3b4978"/>
    <p:sldId xmlns:r="http://schemas.openxmlformats.org/officeDocument/2006/relationships" id="269" r:id="R0187c396af784ffe"/>
    <p:sldId xmlns:r="http://schemas.openxmlformats.org/officeDocument/2006/relationships" id="270" r:id="R441f7a94bc5549ee"/>
    <p:sldId xmlns:r="http://schemas.openxmlformats.org/officeDocument/2006/relationships" id="271" r:id="R79f8d1c2b881495b"/>
    <p:sldId xmlns:r="http://schemas.openxmlformats.org/officeDocument/2006/relationships" id="272" r:id="Rcc818e6c69e1475c"/>
    <p:sldId xmlns:r="http://schemas.openxmlformats.org/officeDocument/2006/relationships" id="273" r:id="R6eefd07143f54d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ad16afa42f49bd" /><Relationship Type="http://schemas.openxmlformats.org/officeDocument/2006/relationships/slideMaster" Target="/ppt/slideMasters/slideMaster1.xml" Id="Rdaaf5173f28e4c9b" /><Relationship Type="http://schemas.openxmlformats.org/officeDocument/2006/relationships/notesMaster" Target="/ppt/notesMasters/notesMaster1.xml" Id="R7ee46aa285e943fa" /><Relationship Type="http://schemas.openxmlformats.org/officeDocument/2006/relationships/presProps" Target="/ppt/presProps.xml" Id="Ra3894c60fb0940cd" /><Relationship Type="http://schemas.openxmlformats.org/officeDocument/2006/relationships/tableStyles" Target="/ppt/tableStyles.xml" Id="Rb0ee6248c2404ebd" /><Relationship Type="http://schemas.openxmlformats.org/officeDocument/2006/relationships/slide" Target="/ppt/slides/slide1.xml" Id="Rfc0322b1b01840e5" /><Relationship Type="http://schemas.openxmlformats.org/officeDocument/2006/relationships/slide" Target="/ppt/slides/slide2.xml" Id="R3d3e513ce07f48d8" /><Relationship Type="http://schemas.openxmlformats.org/officeDocument/2006/relationships/slide" Target="/ppt/slides/slide3.xml" Id="R652df1d546df4910" /><Relationship Type="http://schemas.openxmlformats.org/officeDocument/2006/relationships/slide" Target="/ppt/slides/slide4.xml" Id="Rff8d55d09d70478d" /><Relationship Type="http://schemas.openxmlformats.org/officeDocument/2006/relationships/slide" Target="/ppt/slides/slide5.xml" Id="R3334f41ed0564924" /><Relationship Type="http://schemas.openxmlformats.org/officeDocument/2006/relationships/slide" Target="/ppt/slides/slide6.xml" Id="R404750a998154e2a" /><Relationship Type="http://schemas.openxmlformats.org/officeDocument/2006/relationships/slide" Target="/ppt/slides/slide7.xml" Id="R2205f971be574c6b" /><Relationship Type="http://schemas.openxmlformats.org/officeDocument/2006/relationships/slide" Target="/ppt/slides/slide8.xml" Id="Rb04e4ce1992246cd" /><Relationship Type="http://schemas.openxmlformats.org/officeDocument/2006/relationships/slide" Target="/ppt/slides/slide9.xml" Id="R6d04002371ee4aa9" /><Relationship Type="http://schemas.openxmlformats.org/officeDocument/2006/relationships/slide" Target="/ppt/slides/slide10.xml" Id="R221407a192f84b81" /><Relationship Type="http://schemas.openxmlformats.org/officeDocument/2006/relationships/slide" Target="/ppt/slides/slide11.xml" Id="R5466ef0dfe824add" /><Relationship Type="http://schemas.openxmlformats.org/officeDocument/2006/relationships/slide" Target="/ppt/slides/slide12.xml" Id="Rbdd8be84ef16460c" /><Relationship Type="http://schemas.openxmlformats.org/officeDocument/2006/relationships/slide" Target="/ppt/slides/slide13.xml" Id="Rf0251aa80d3b4978" /><Relationship Type="http://schemas.openxmlformats.org/officeDocument/2006/relationships/slide" Target="/ppt/slides/slide14.xml" Id="R0187c396af784ffe" /><Relationship Type="http://schemas.openxmlformats.org/officeDocument/2006/relationships/slide" Target="/ppt/slides/slide15.xml" Id="R441f7a94bc5549ee" /><Relationship Type="http://schemas.openxmlformats.org/officeDocument/2006/relationships/slide" Target="/ppt/slides/slide16.xml" Id="R79f8d1c2b881495b" /><Relationship Type="http://schemas.openxmlformats.org/officeDocument/2006/relationships/slide" Target="/ppt/slides/slide17.xml" Id="Rcc818e6c69e1475c" /><Relationship Type="http://schemas.openxmlformats.org/officeDocument/2006/relationships/slide" Target="/ppt/slides/slide18.xml" Id="R6eefd07143f54d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76fe0c15747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e7bf7401694cf1" /><Relationship Type="http://schemas.openxmlformats.org/officeDocument/2006/relationships/notesMaster" Target="/ppt/notesMasters/notesMaster1.xml" Id="R9d24965a95734e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70cd763d4e4ad4" /><Relationship Type="http://schemas.openxmlformats.org/officeDocument/2006/relationships/notesMaster" Target="/ppt/notesMasters/notesMaster1.xml" Id="R9627ff68cdec4f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b6bc790245401d" /><Relationship Type="http://schemas.openxmlformats.org/officeDocument/2006/relationships/notesMaster" Target="/ppt/notesMasters/notesMaster1.xml" Id="R9ab9aac867534c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7267faebbe437f" /><Relationship Type="http://schemas.openxmlformats.org/officeDocument/2006/relationships/notesMaster" Target="/ppt/notesMasters/notesMaster1.xml" Id="R8c099da354de45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2da0d4e46a4997" /><Relationship Type="http://schemas.openxmlformats.org/officeDocument/2006/relationships/notesMaster" Target="/ppt/notesMasters/notesMaster1.xml" Id="R95ff4fb04b344d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6c41039dd04c27" /><Relationship Type="http://schemas.openxmlformats.org/officeDocument/2006/relationships/notesMaster" Target="/ppt/notesMasters/notesMaster1.xml" Id="Rb1e57d8d1ff847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f8bc922aad4bb0" /><Relationship Type="http://schemas.openxmlformats.org/officeDocument/2006/relationships/notesMaster" Target="/ppt/notesMasters/notesMaster1.xml" Id="Rce5a642e28514f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88915ff08442fe" /><Relationship Type="http://schemas.openxmlformats.org/officeDocument/2006/relationships/notesMaster" Target="/ppt/notesMasters/notesMaster1.xml" Id="R806b46eac6dd49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463e0ede694549" /><Relationship Type="http://schemas.openxmlformats.org/officeDocument/2006/relationships/notesMaster" Target="/ppt/notesMasters/notesMaster1.xml" Id="R376f1fbf131e45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bd271c99704864" /><Relationship Type="http://schemas.openxmlformats.org/officeDocument/2006/relationships/notesMaster" Target="/ppt/notesMasters/notesMaster1.xml" Id="R4f0492e55a0d46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157bcc92b04ea8" /><Relationship Type="http://schemas.openxmlformats.org/officeDocument/2006/relationships/notesMaster" Target="/ppt/notesMasters/notesMaster1.xml" Id="R31dd3e7e285a4d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6f5b8af16946d4" /><Relationship Type="http://schemas.openxmlformats.org/officeDocument/2006/relationships/notesMaster" Target="/ppt/notesMasters/notesMaster1.xml" Id="R84bd7a0d272447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9373e0c1364e74" /><Relationship Type="http://schemas.openxmlformats.org/officeDocument/2006/relationships/notesMaster" Target="/ppt/notesMasters/notesMaster1.xml" Id="R6b3c28bdd5564f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db98a14dfa4a12" /><Relationship Type="http://schemas.openxmlformats.org/officeDocument/2006/relationships/notesMaster" Target="/ppt/notesMasters/notesMaster1.xml" Id="Rf78ce92f6cdd4f4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79d7dd43304938" /><Relationship Type="http://schemas.openxmlformats.org/officeDocument/2006/relationships/notesMaster" Target="/ppt/notesMasters/notesMaster1.xml" Id="Rb2c6260d774045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adecdb03d244f6" /><Relationship Type="http://schemas.openxmlformats.org/officeDocument/2006/relationships/notesMaster" Target="/ppt/notesMasters/notesMaster1.xml" Id="R10e8078cbe4c4a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a60ebc49734b1f" /><Relationship Type="http://schemas.openxmlformats.org/officeDocument/2006/relationships/notesMaster" Target="/ppt/notesMasters/notesMaster1.xml" Id="R4bbe5153badb4f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356c17d5794374" /><Relationship Type="http://schemas.openxmlformats.org/officeDocument/2006/relationships/notesMaster" Target="/ppt/notesMasters/notesMaster1.xml" Id="R623adde3238143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内容摘要：课程主题：从问题到证据。用统一视觉语言承载可编辑的教学内容</a:t>
            </a:r>
          </a:p>
          <a:p xmlns:a="http://schemas.openxmlformats.org/drawingml/2006/main">
            <a:r>
              <a:t>版式说明：网格笔记主题的cover语义页面；背景为无文字图片，文本框、强调线和全部教学文字保持可编辑。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内容摘要：课程路线。目标 · 概念 · 推演 · 练习 · 复盘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内容摘要：第一章｜建立问题框架。先明确边界，再选择方法</a:t>
            </a:r>
          </a:p>
          <a:p xmlns:a="http://schemas.openxmlformats.org/drawingml/2006/main">
            <a:r>
              <a:t>版式说明：网格笔记主题的chapter语义页面；背景为无文字图片，文本框、强调线和全部教学文字保持可编辑。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内容摘要：学习目标。完成本章后，你能够解释、应用并检验核心方法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内容摘要：先备知识。从三个已知条件出发，连接到本章的新问题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内容摘要：核心定义。定义不是一句话，而是一组条件、边界与反例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内容摘要：适用边界。何时成立？何时必须切换判断标准？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内容摘要：推演路径。把复杂任务拆成可检查的连续步骤</a:t>
            </a:r>
          </a:p>
          <a:p xmlns:a="http://schemas.openxmlformats.org/drawingml/2006/main">
            <a:r>
              <a:t>版式说明：网格笔记主题的reasoning语义页面；背景为无文字图片，文本框、强调线和全部教学文字保持可编辑。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内容摘要：例题拆解。先识别结构，再执行步骤，最后回到证据</a:t>
            </a:r>
          </a:p>
          <a:p xmlns:a="http://schemas.openxmlformats.org/drawingml/2006/main">
            <a:r>
              <a:t>版式说明：网格笔记主题的reasoning语义页面；背景为无文字图片，文本框、强调线和全部教学文字保持可编辑。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内容摘要：方法对比。同一问题可以有多条路径，但评价标准保持一致</a:t>
            </a:r>
          </a:p>
          <a:p xmlns:a="http://schemas.openxmlformats.org/drawingml/2006/main">
            <a:r>
              <a:t>版式说明：网格笔记主题的content语义页面；背景为无文字图片，文本框、强调线和全部教学文字保持可编辑。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内容摘要：代码与实现。证据页优先保证代码、公式和表格的可读性</a:t>
            </a:r>
          </a:p>
          <a:p xmlns:a="http://schemas.openxmlformats.org/drawingml/2006/main">
            <a:r>
              <a:t>版式说明：网格笔记主题的evidence语义页面；背景为无文字图片，文本框、强调线和全部教学文字保持可编辑。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内容摘要：证据核对表。把结论、证据与限制条件放到同一张表中</a:t>
            </a:r>
          </a:p>
          <a:p xmlns:a="http://schemas.openxmlformats.org/drawingml/2006/main">
            <a:r>
              <a:t>版式说明：网格笔记主题的evidence语义页面；背景为无文字图片，文本框、强调线和全部教学文字保持可编辑。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内容摘要：理解检查。先独立作答，再展开判断依据</a:t>
            </a:r>
          </a:p>
          <a:p xmlns:a="http://schemas.openxmlformats.org/drawingml/2006/main">
            <a:r>
              <a:t>版式说明：网格笔记主题的practice语义页面；背景为无文字图片，文本框、强调线和全部教学文字保持可编辑。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内容摘要：反馈与订正。反馈指出差距，也给出下一步行动</a:t>
            </a:r>
          </a:p>
          <a:p xmlns:a="http://schemas.openxmlformats.org/drawingml/2006/main">
            <a:r>
              <a:t>版式说明：网格笔记主题的practice语义页面；背景为无文字图片，文本框、强调线和全部教学文字保持可编辑。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内容摘要：易错辨析。错误答案通常来自边界混淆，而不是记忆不足</a:t>
            </a:r>
          </a:p>
          <a:p xmlns:a="http://schemas.openxmlformats.org/drawingml/2006/main">
            <a:r>
              <a:t>版式说明：网格笔记主题的practice语义页面；背景为无文字图片，文本框、强调线和全部教学文字保持可编辑。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内容摘要：迁移应用。把方法映射到新的任务情境</a:t>
            </a:r>
          </a:p>
          <a:p xmlns:a="http://schemas.openxmlformats.org/drawingml/2006/main">
            <a:r>
              <a:t>版式说明：网格笔记主题的reasoning语义页面；背景为无文字图片，文本框、强调线和全部教学文字保持可编辑。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内容摘要：本章回顾。让定义、方法、证据和边界重新汇聚</a:t>
            </a:r>
          </a:p>
          <a:p xmlns:a="http://schemas.openxmlformats.org/drawingml/2006/main">
            <a:r>
              <a:t>版式说明：网格笔记主题的recap语义页面；背景为无文字图片，文本框、强调线和全部教学文字保持可编辑。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内容摘要：课程收束。带着一个可执行的问题离开课堂</a:t>
            </a:r>
          </a:p>
          <a:p xmlns:a="http://schemas.openxmlformats.org/drawingml/2006/main">
            <a:r>
              <a:t>版式说明：网格笔记主题的recap语义页面；背景为无文字图片，文本框、强调线和全部教学文字保持可编辑。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93a96f39c4e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66a598b7d14c97" /><Relationship Type="http://schemas.openxmlformats.org/officeDocument/2006/relationships/slideLayout" Target="/ppt/slideLayouts/slideLayout1.xml" Id="R7b4310bf962942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4310bf962942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ae4b5950b4d4f" /><Relationship Type="http://schemas.openxmlformats.org/officeDocument/2006/relationships/image" Target="/ppt/media/image.jpeg" Id="R6add62a0d7f34266" /><Relationship Type="http://schemas.openxmlformats.org/officeDocument/2006/relationships/notesSlide" Target="/ppt/notesSlides/notesSlide1.xml" Id="R751e3dc585404c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7839aaa1d4255" /><Relationship Type="http://schemas.openxmlformats.org/officeDocument/2006/relationships/image" Target="/ppt/media/image2.jpeg" Id="R4e4a35332e2e4602" /><Relationship Type="http://schemas.openxmlformats.org/officeDocument/2006/relationships/notesSlide" Target="/ppt/notesSlides/notesSlide2.xml" Id="R9b5a0659ce844b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a1b649c604329" /><Relationship Type="http://schemas.openxmlformats.org/officeDocument/2006/relationships/image" Target="/ppt/media/image3.jpeg" Id="R712af6f8f6ad4a2c" /><Relationship Type="http://schemas.openxmlformats.org/officeDocument/2006/relationships/notesSlide" Target="/ppt/notesSlides/notesSlide3.xml" Id="R7532ea346fb741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4232c93ca4f8e" /><Relationship Type="http://schemas.openxmlformats.org/officeDocument/2006/relationships/image" Target="/ppt/media/image4.jpeg" Id="R4a5b42d6aa61489d" /><Relationship Type="http://schemas.openxmlformats.org/officeDocument/2006/relationships/notesSlide" Target="/ppt/notesSlides/notesSlide4.xml" Id="Rbf69ddc6109140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35851d4f14ea0" /><Relationship Type="http://schemas.openxmlformats.org/officeDocument/2006/relationships/image" Target="/ppt/media/image5.jpeg" Id="R2f9da4995b8b4f84" /><Relationship Type="http://schemas.openxmlformats.org/officeDocument/2006/relationships/notesSlide" Target="/ppt/notesSlides/notesSlide5.xml" Id="R2ef0f4e16c8e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2bc29f2794007" /><Relationship Type="http://schemas.openxmlformats.org/officeDocument/2006/relationships/image" Target="/ppt/media/image6.jpeg" Id="R845247cb000447fd" /><Relationship Type="http://schemas.openxmlformats.org/officeDocument/2006/relationships/notesSlide" Target="/ppt/notesSlides/notesSlide6.xml" Id="Rf70c43120d7a4d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66928759b4d6f" /><Relationship Type="http://schemas.openxmlformats.org/officeDocument/2006/relationships/image" Target="/ppt/media/image7.jpeg" Id="R1dd494e30f4f4aaa" /><Relationship Type="http://schemas.openxmlformats.org/officeDocument/2006/relationships/notesSlide" Target="/ppt/notesSlides/notesSlide7.xml" Id="R99c46b90991d48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b483e7a7842d8" /><Relationship Type="http://schemas.openxmlformats.org/officeDocument/2006/relationships/image" Target="/ppt/media/image8.jpeg" Id="Ra15267470c6b4d80" /><Relationship Type="http://schemas.openxmlformats.org/officeDocument/2006/relationships/notesSlide" Target="/ppt/notesSlides/notesSlide8.xml" Id="R4f3880e2e6644c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7c5996fa840b3" /><Relationship Type="http://schemas.openxmlformats.org/officeDocument/2006/relationships/image" Target="/ppt/media/image9.jpeg" Id="R9a52154aa13b402f" /><Relationship Type="http://schemas.openxmlformats.org/officeDocument/2006/relationships/notesSlide" Target="/ppt/notesSlides/notesSlide9.xml" Id="R547ebeacb6be43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92194e15a4628" /><Relationship Type="http://schemas.openxmlformats.org/officeDocument/2006/relationships/image" Target="/ppt/media/image10.jpeg" Id="R2eca860cad484edc" /><Relationship Type="http://schemas.openxmlformats.org/officeDocument/2006/relationships/notesSlide" Target="/ppt/notesSlides/notesSlide10.xml" Id="R60baf21009ea47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bb8cbee9d48a5" /><Relationship Type="http://schemas.openxmlformats.org/officeDocument/2006/relationships/image" Target="/ppt/media/image11.jpeg" Id="R8377a1caed4e406f" /><Relationship Type="http://schemas.openxmlformats.org/officeDocument/2006/relationships/notesSlide" Target="/ppt/notesSlides/notesSlide11.xml" Id="R1f8d93066ec040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8463e3eae41a2" /><Relationship Type="http://schemas.openxmlformats.org/officeDocument/2006/relationships/image" Target="/ppt/media/image12.jpeg" Id="R17fd6ab11313496f" /><Relationship Type="http://schemas.openxmlformats.org/officeDocument/2006/relationships/notesSlide" Target="/ppt/notesSlides/notesSlide12.xml" Id="Ra2e250058be543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3c27ec5124579" /><Relationship Type="http://schemas.openxmlformats.org/officeDocument/2006/relationships/image" Target="/ppt/media/image13.jpeg" Id="Ree3a48f1c20f4cf2" /><Relationship Type="http://schemas.openxmlformats.org/officeDocument/2006/relationships/notesSlide" Target="/ppt/notesSlides/notesSlide13.xml" Id="R23490072aaf148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c5a27cca34807" /><Relationship Type="http://schemas.openxmlformats.org/officeDocument/2006/relationships/image" Target="/ppt/media/image14.jpeg" Id="Rebaf8a3dce224058" /><Relationship Type="http://schemas.openxmlformats.org/officeDocument/2006/relationships/notesSlide" Target="/ppt/notesSlides/notesSlide14.xml" Id="R4e96cf36fd0c49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e0557790b420f" /><Relationship Type="http://schemas.openxmlformats.org/officeDocument/2006/relationships/image" Target="/ppt/media/image15.jpeg" Id="R968dd479dfe64b5f" /><Relationship Type="http://schemas.openxmlformats.org/officeDocument/2006/relationships/notesSlide" Target="/ppt/notesSlides/notesSlide15.xml" Id="R6e8fa9314ee64b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56d6829544a20" /><Relationship Type="http://schemas.openxmlformats.org/officeDocument/2006/relationships/image" Target="/ppt/media/image16.jpeg" Id="R80f31874621b48cf" /><Relationship Type="http://schemas.openxmlformats.org/officeDocument/2006/relationships/notesSlide" Target="/ppt/notesSlides/notesSlide16.xml" Id="Reede807b1dce46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3456e1d643e2" /><Relationship Type="http://schemas.openxmlformats.org/officeDocument/2006/relationships/image" Target="/ppt/media/image17.jpeg" Id="R14218f78c4e342e8" /><Relationship Type="http://schemas.openxmlformats.org/officeDocument/2006/relationships/notesSlide" Target="/ppt/notesSlides/notesSlide17.xml" Id="R69e711103f3e49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a4c7a0ab147d2" /><Relationship Type="http://schemas.openxmlformats.org/officeDocument/2006/relationships/image" Target="/ppt/media/image18.jpeg" Id="Rc0cd461b69b949b5" /><Relationship Type="http://schemas.openxmlformats.org/officeDocument/2006/relationships/notesSlide" Target="/ppt/notesSlides/notesSlide18.xml" Id="R3cd15f1df03a48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d62a0d7f342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9278A-826B-4133-AE1D-0D9DFE6E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09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606AE-0FAA-41D0-A9B0-0FA8C167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课程主题：从问题到证据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A12AD-0186-4AEA-84D6-D175BDA4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用统一视觉语言承载可编辑的教学内容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70DAC-DE98-44AD-BCD8-A0038A75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58614-7361-4247-B134-7D780CC2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5942238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a35332e2e46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529FC-10C5-461E-9FF6-3D6662A2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0FD55-E6D4-4C82-A10A-05BC82D3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课程路线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AF57B-D6F8-4186-9379-43BE0FBE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F63A0-2264-4DD8-BE73-896B9C29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64C83-7F2A-4D22-8557-4011E1C3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目标 · 概念 · 推演 · 练习 · 复盘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40FAC-9FCE-4E0D-8FF1-C1BE2F74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E7768-4E4E-4B8F-A741-55FB9C0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D9D08-3BF2-4911-B14C-975BE19B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9A0D7-09EB-44DF-91AD-1F8C6C3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15B3C-DF16-41DC-824A-ECD3D267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17776-F3D7-47F9-BA9E-04F9F3CC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8BD36-F385-4D31-BA05-FD5C4179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A0555-33FB-4F2D-AAA0-D1A84A79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597B7-D632-40F1-B753-377B2E3D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F95F1-7FF8-4F68-A0C8-6C4189A9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0780D-F4E3-4A01-87B7-7F419D29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0C67B-E316-40EB-BF7A-8D0BF9A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概念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3502C-5763-402B-840D-67008202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BF210-24FF-4552-B5EF-FBACAAB1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42545-4221-4351-9AD2-613664BE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3AA79-C593-4519-B402-AEA3482A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97F31-0CD4-47F4-9A77-A6F6E2C8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8314E-8B4E-40EA-91D1-BD4E266C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推演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C0448-0283-4369-94BA-74272BA0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3EBEB6-D425-43B7-A138-1933EBEE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77EE3-D34A-4383-A349-485B49CB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93685B-AF9D-4321-AC4F-DAC11C60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A41D0-69EE-4484-942F-DD421D84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F40B10-B711-4766-BCFA-F1777104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4BB5C-F7D0-4BC9-A489-E2C661D8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417F0-AD90-47CF-AE23-9B7A31A9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27DBD8-E229-4A66-A417-695CD352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2BA040-5F1A-47B1-8A5E-F7521B97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9D0A6C-8028-43D8-88B7-096EFFCC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阶段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901953-D6CA-4120-B491-87DFEB7D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复盘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BC3469-F8A2-41D9-BF7A-C27885ED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79674F-7992-4955-9BF8-24C01110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397776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af6f8f6ad4a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D9D39-14C3-4A29-8AD4-2B3EA1CC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CHAPTER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E3836-CAC8-4BDD-8FA6-F515D386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第一章｜建立问题框架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E52A7-2DF3-4A76-B8A1-A5BD222D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623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先明确边界，再选择方法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8170F-1DD6-4379-97C0-86CA30BE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8FA3D-0F98-418F-95E7-D2CA443F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1594121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b42d6aa6148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F8E26-9ECF-4975-B6D4-95E52AB9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EFEB6-4969-45CD-B679-86CDB0F8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43EFD-7AB3-41A4-8027-ACCDE59A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735B8-5B47-426C-A110-149816DF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D317C-8D49-48AF-A0E0-235ACC60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完成本章后，你能够解释、应用并检验核心方法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2A6E6-CCB5-4CDE-BA18-C7ABACB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7566D-8ECA-4959-B416-98EB577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06A89-B1C8-4DD5-993F-C42F714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505FE-4472-40B1-9715-1434A2FB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9ABA7-3C02-4DB6-AC00-FAA4C36E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B31A3-62F3-424F-95D2-DF4098AB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用自己的语言说明核心概念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4E4C8-644A-472E-8B63-81CE063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8F353-FF82-4BC2-96DA-059BDA8C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C33DB-8246-46EB-90E2-D1A1E22D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14621-1175-4150-8132-4173986A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268C3-77EB-4261-8E5B-136A0F0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9C7AD-025E-4411-81E4-F96D164B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在新情境中选择合适的方法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B0595-7F16-4266-B796-D1405E89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4FDBC-B876-4703-8C8A-1E98FA6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21864-D262-44B6-A7A8-F6E26A2F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74FAD-7BAA-4949-8D58-93F6BD80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3390B-ACE8-4EA5-8BA7-F52E7E34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D1E887-9AC8-4BEC-BE1E-4D340BB9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用证据核对结果与边界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AA16CB-6714-4742-B6AD-E594F2CC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D405C-878D-417E-8B0E-B1361498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6440621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da4995b8b4f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E249C-E7D2-4547-8788-272935AC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1BEC-8105-47DB-9F0D-157FF9D2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先备知识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92BF4-339E-45E9-83CA-9DEA9B66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DC7B1-C4AE-47A0-B889-BB3CBC1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CAE1E-7F13-4E55-8531-A538CAF1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从三个已知条件出发，连接到本章的新问题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DACFE-CA14-4F4E-A1FE-BE804C3E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E92E5-55D3-4EC3-80CB-CBA64402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B5230-C6A1-4A43-9438-D4193B3F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C371A-3017-4E91-AC73-F59A3E37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BDAAC-A96E-4FF8-8CF6-9EA38104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已知条件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DF479-4E6F-4FF6-A3BD-602172B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识别任务中的稳定信息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036B1-6198-4C50-B606-1DF28577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FFC34-F688-42D4-9CF8-60DFC1FB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1789C-3F89-4532-8C4D-55ADBBF8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EA2EA-6F3C-49FA-A89E-3245ACE6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F8028-C833-46A8-B007-10D6F5C0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已有方法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D143B-50CD-4C58-AF4D-315176FB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回忆可以复用的判断工具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CAAA2-3305-4450-A80C-876F9E09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3871E-C82F-4217-82C1-8005254D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EFA3D-5E95-41EC-A156-C0466A08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27DB6-B0F3-4407-9020-15BCAE9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0665B-A323-4F3A-A156-AB27E10D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新问题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BF425-E68D-4E6D-AD44-AC00CB23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找出这次学习真正新增的挑战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2F7BDD-6DDA-4359-9B1A-83CB1758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782AC-316C-4CB3-8886-763A482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7046438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247cb000447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F005D-F83F-45E6-A344-AA5B1A6B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88157-2261-4DB8-8976-9392DF7D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核心定义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11EB9-CDAF-47DB-B76C-26E44DE4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CE256-EE8D-419B-9527-EAD7208B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C3885-6508-4FE6-ABF2-5D7B4927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定义不是一句话，而是一组条件、边界与反例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395B4-A039-4EA4-8E98-EAEE94E6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D7828-D711-49B9-A941-9F31CE2B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54C0A-6A26-4932-BF0D-A1944AAD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679BA-D70B-4C94-9987-1DD643D4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0237-F479-495F-B488-94782995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62674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一个可使用的定义，需要同时说明对象、条件、关系与判断标准。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503BE-C6BF-42B0-8DB8-4C85D4ED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06450-B159-44A6-9F8A-880A608A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6D838-368F-4205-AAAD-D7D0986C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4EAEB-E635-4B46-A0CD-3A8C246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必要条件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4433E-6AA9-4676-A41A-D4762C94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缺少任一条件时，不直接套用结论。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1EFA9-C5EA-41C9-93FA-AB8108E5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243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98F18-D7EB-4124-9990-01E53B7E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C7825-1DD5-4F48-95A1-064BBFCA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AA085-9D05-4766-8988-1E97032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反例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241CD-09B1-4CEE-9AFD-53845857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用最小反例暴露定义边界。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056DF-6ECC-41E9-8922-C81A2BDB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5ADAF-6F4A-4CE3-9283-6A85B3D8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3121680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494e30f4f4a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F8B22-7F03-4A6A-9E65-AC52AC15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2D3B1-6891-44A4-B3BC-20AF121D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适用边界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95C51-CFA7-4752-B6F2-63E50EF3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163AB-D0E9-4758-8CB7-FC7286FD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24D77-2CB0-461A-9EE8-B155F7EB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何时成立？何时必须切换判断标准？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1FD85-8AB0-4FCE-B8D4-EFA72AA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21932-A5F9-4DD0-A8F4-B90EFB37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61B17-BBCC-4C80-A0C8-8018A3BA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E4F6D-14A9-42EA-9659-F46EC26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适用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BFA8A-057C-4493-AD31-EA5E3BEE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条件完整、证据可核验、任务目标与方法一致。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2466F-1405-4E17-89DE-A305ADD4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CF986-301E-49F5-9FC6-702EB3EE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41ED4-9AE1-4475-BA9B-5B63BA70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1B07A-C9F2-400D-A08A-3ED26A9D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不适用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A3822-C2B9-4048-A4CB-E1715B21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条件缺失、证据不足或评价标准已经改变。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2FFF0-7252-485D-9F52-749403BE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C66C1-B04A-4315-8DDB-DF0CF3E1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168245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267470c6b4d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6E0E0-B76B-4BF5-BEC6-78C94B61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688AC-C473-4C69-9D4A-D86F7B5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推演路径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1793A-2A1A-4B9F-95D2-421FBEAB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7A44F-5F55-45B7-AB6D-CBF2EBB4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34A8D-BCFA-45F2-9D96-66F27DA6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把复杂任务拆成可检查的连续步骤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F0385-9F74-4196-B687-156ACAC5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A0AB6-B19D-4DE5-AEEA-469ED390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0E3A1-F49F-4A73-8ECE-42BCFA11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D5575-89DA-47FF-9524-339EF440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B89A3-FA52-436A-8050-656C328E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C3037-B9F4-458A-82D1-F7BED1C2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标记任务对象与限制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2CEC7-BB99-44DA-9279-01522830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8018F-1A50-4E8C-BBAD-E12ED24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D9E16-930B-49FD-A247-8C799967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F8B39-472F-4B05-85B4-FE072586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CE0A6-7A4C-40DE-A229-8EE55B27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2155C-2EB3-496C-B3E3-FF858043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匹配可解释的方法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98194-A2B4-4AC7-804D-5BC2140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947C2-B113-4BCF-8567-AFD2524A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1D31D-6004-4486-8579-F39698B1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9D065-BE91-4E0E-B2C8-5E0247CF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03C6C-086E-44AE-AC0B-47B5D4D9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89276-C5CA-4F79-9DE9-D8D31FB9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逐步记录中间结果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24458-DC9F-4501-97A5-7E463DD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42A93-0E98-474F-AAC0-759A3EC2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35BA3-ECF4-4F68-9D8C-6DD2F50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C80AFF-B311-4BD6-9B1C-263543E2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09220-9C46-4DB0-B16D-2B67DC93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BED1EF-304B-4795-8A0F-3CCB6451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回到证据与边界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9E687-497E-4D47-8DE2-CD987C78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C89BAE-316D-4C26-837F-58A5EA6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1466044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2154aa13b40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59D35-093C-4D05-9C3B-A4FA3CB3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AEEF3-37EA-4CCE-BD21-90BB9D96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例题拆解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614CE-AFE1-41A2-9B26-3169703C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0F75F-D0D1-4DA7-A12C-47BF5C2A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D2404-A53D-4E48-87AE-E5E9C894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先识别结构，再执行步骤，最后回到证据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6F664-7EDA-40D7-9A92-C17C7EBC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0ACA1-2C5C-4009-897A-0C187E2E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ADC70-9140-47CA-BF86-4464E42C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FC942-2873-4F21-8441-05964C9B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题目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D72FD-05DE-4B8E-8FC2-76D3238B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给定条件后，先判断真正需要求解的对象。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6FD75-FCF2-4CBA-BA0F-D8E45AA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60EF0-5FD3-42E9-9D06-E56D4C38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7386F-07C9-49D1-B720-E125720F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1A7F3-ECF5-4C62-B498-D8EBC892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53777-2973-47D8-9831-DE9888C4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把条件转换为可以逐步核验的结构。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9AF05-A39B-4CE9-A472-47F6A849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57425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EE03B-C088-467A-BB68-74B3C0E3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822AA-03E0-4564-B44F-3147A4D0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5E147-DA66-4EB0-B64D-1E0F3A00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F851A-A80D-4701-99C3-A6E86025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124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检查结果是否满足原条件，并说明适用边界。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16151-3C4E-4577-A611-16A520BB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AF88FB-E10D-4EB8-8E92-FA85F48B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7076162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a860cad484e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5A966-275B-49DC-83CF-78F37A78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75F7F-D4DA-4A8B-A3C0-7DFAA81B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方法对比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87391-2094-4C38-918F-1A966A74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157FF-4603-4AE1-87D2-B6591662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E4F25-328D-4053-8860-5D6224AD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同一问题可以有多条路径，但评价标准保持一致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CD581-3978-4F49-9FCF-E8B0DDD8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15EA7-DA48-45E0-95B1-DB185F77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E741A-45A5-4101-88D9-07A925E3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511B2-C9CF-466C-BA41-8152B497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路径 A｜直接判断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A883D-044E-4A2C-AFB5-3D2BB2F4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步骤更少，适合条件清晰、证据完整的任务。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EF169-CEBC-42D4-AF81-F54D5D59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BAB0E-00FF-4AE2-86B5-91A38937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FEBDE-1062-4C5C-B404-4D729C78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E2B6E-0CC5-4900-8D8C-ED7A44CD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路径 B｜逐层验证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B023C-7A24-4684-B861-1849C2EB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检查更细，适合边界模糊或需要追溯依据的任务。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B4172-B3A9-4812-BAAF-483938AE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E4F3A-E560-43A7-9F8A-4C02EB4E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1462091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7a1caed4e40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BB58E-B8A7-472C-B050-02F1ECEC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91DF1-B694-4346-B807-09CC2317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代码与实现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74FD4-E64A-4093-ACE2-8945167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8E112-BEAC-4038-A4EB-926FF945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57F18-E38B-467E-A1AF-066E8503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证据页优先保证代码、公式和表格的可读性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1C311-698E-4C8D-89BC-F9609ED4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13F00-1BD9-446A-92E3-810F6B1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53D38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DCE6E-6517-43AB-BA71-E513DD97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7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7638A-91AD-4DB2-B2A1-B7276DB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可编辑代码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B7CD0-8EFF-4572-9C77-52A8188F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00774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function verify(input)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  const evidence = collect(input);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  return evidence.every(item =&gt; item.valid);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95962-2355-418B-942F-E0C9563A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DAD90-F39F-48EC-AC41-71499915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7905504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d6ab1131349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D4E75-C165-402E-ABA8-28B5F965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A96C6-D1AB-4913-9A06-204046C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证据核对表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BF384-9236-4BE4-B7D4-814D8D64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4B1B9-C2DD-41A4-9D71-AAC9A484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4F572-D557-4729-A8AF-9B01F11B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把结论、证据与限制条件放到同一张表中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3FD5C-E2A0-4FD4-B23F-F63EFF1E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FD52B-C07F-4A72-8DE4-6EFD7A86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E6743-9C0F-420C-82C4-939712CC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558F3-763D-4918-81B4-96FBF5DD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1C032-523E-4419-B9FF-07786BE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当前判断可成立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11529-C9FE-49E5-9AAD-49044F2C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3FD60-2739-44D7-95DE-74FA79EC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53D38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3C2EC-300F-45C3-BF2D-F64D0ED9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22618-BABB-4C2B-AA33-89AEB13F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6522B-2172-4E12-B7A6-8DCC8E6F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AF7"/>
                </a:solidFill>
                <a:latin typeface="Noto Sans SC"/>
                <a:ea typeface="Noto Sans SC"/>
                <a:cs typeface="Noto Sans SC"/>
              </a:rPr>
              <a:t>数据、过程与来源相互支持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851E3-4691-492E-9FC5-A11D9AB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017E5-910F-45A4-B5A5-8BC78D08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D1F41-A347-4745-98D1-22AC9040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B30B6-2FBA-4CAB-9C04-25C22F95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限制条件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BF93D-1F71-4CC7-86AB-88B2656E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仅适用于已声明的条件范围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DA342-C77E-4396-A9A9-382936DE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9CBEB-0B9A-4412-82FC-22B37AD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80684211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a48f1c20f4c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2F90D-B983-4C92-B4B6-811F195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B6094-F0D4-48C0-ADF0-C12A5C44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理解检查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02A82-EFEC-46D9-B309-F47DFC8D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DACFD-06F3-4457-A6C8-6CCE5D79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6454D-6C68-403D-84AC-FA2CDACA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先独立作答，再展开判断依据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183AD-310B-4BF6-9DD3-BDE675D7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E7AB6-7995-4BE6-AB9B-A7052DCD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509EB-4B1B-45EB-B20C-111CC3A0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B1653-339F-42E1-A9B9-9024EDA8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问题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FDBBC-85A0-4635-AB1B-744E40A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774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请判断给定方案是否满足定义，并写出两条可核验的判断依据。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E4517-C49C-4EE4-89D8-30A07EEC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62814-F5AE-4D07-A618-B368B10E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8134626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f8a3dce2240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EB98A-B87A-4AEE-B87B-929BF12B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7F1DB-168A-407A-92EC-84E5A46E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反馈与订正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66277-B683-4D5E-9144-8E5D1D1E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9EDC0-5BA4-4510-AAB8-FAA3E1E4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0C2A9-D139-42FD-B1CE-FF7AA0A6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反馈指出差距，也给出下一步行动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B6DA6-DF7D-4A5C-B12F-21083D50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54DAC-9BD1-4DFF-BD40-6C70D5C0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B394D-FC86-4D91-8A8B-6F9EF6DA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2CD6E-849B-4D5E-9808-F13048D5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你的回答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065CB-7BA4-4EB0-B50E-FFA5584A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先保留学习者的原始判断与理由。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9C67F-0659-41B5-A4BF-576F0BEC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C49D0-37CA-41EF-9811-3B0D9137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20933-CBDA-4ADE-B3A2-262C460A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E8A8C-AD56-4272-9542-8CD57DBA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反馈依据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7CE31-A262-4B1E-8AF9-60529A2D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指出已掌握部分、证据缺口和下一步行动。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3B7EE-448C-4D24-B43A-EC73753F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FA77D-32E5-4BE4-B589-B477F3E8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21057986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dd479dfe64b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FC89B-A732-46A9-884E-D1C7B864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3D4DA-4678-4E02-B1E7-7F47E36E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易错辨析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0D10-27ED-46F9-9192-8BE499D1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5BD3A-AE44-4FF9-8454-CBD9A0E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DFFA8-0DAE-46A1-B6F3-B5EE77A3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错误答案通常来自边界混淆，而不是记忆不足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D4F99-9171-434E-88FA-15D025D8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BE86A-B852-4E09-BEFF-83BEC8BF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A3DCE-7E39-472D-94F0-E2E56498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D3CB8-6F92-4433-A226-B04F7C61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常见误区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2F49A-4214-4FFF-81F0-2892541A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只记住结论，却忽略结论成立的条件。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4A9A4-E91B-4A38-AC66-7ACC685D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D18EA-AE2B-497B-9126-21462F8A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03ACE-E792-4DA9-BF34-AB15F8FE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15CF2-B9A8-4A86-915D-67A7EFEE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修正策略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B9DF3-03A0-4DF6-B1A5-D363732C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把条件、证据和边界重新连接起来。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2742B-F165-4491-BE91-CBACE58B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C7A35-F1BA-43CF-9837-9011B39B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70090788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31874621b48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3602D-62F4-42C3-9300-6E5780B4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C1395-F842-4D07-B1D3-846165A3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迁移应用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C09B8-DCFE-4814-9676-E4F51967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FCDA9-5E25-4E0A-B841-F5F642D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08840-CE05-4C20-9834-39FA0EA5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把方法映射到新的任务情境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8E405-6C2E-4BA4-AB81-768389E7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F4B2D-B210-4126-83F3-229AF941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1B247-2C31-4F39-BA93-107E9E18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FF3D4-EEB8-4ED5-8CAD-0CAC40F1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原任务结构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D292A-C8C6-437B-B990-5E2CD7B3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对象 → 条件 → 方法 →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33A6A-E8C2-41E8-A094-2907758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EF7DB-D288-4C32-97DF-3FEFE55A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9D75B-1C37-45CA-A34B-42CB7FEC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0B913-833E-4416-A0C3-2EDB9A4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新情境映射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527ED-9EB0-45D1-A2DF-5011888D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保留结构，替换对象与限制条件。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4B7CD-FAF7-4417-AD04-9E247D8A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D082C-32B0-4BE0-AB62-F1FF1A61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02180372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18f78c4e342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8BE41-CC7B-4C60-9E83-FAA29B46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18628-BA40-4223-AED1-273401A9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本章回顾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C4C69-58BF-47DA-A9EA-9920BF5F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A7F5C-4CE0-4A5B-8DCD-86193B0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6893A-912D-4740-9F3A-0E97043A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让定义、方法、证据和边界重新汇聚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9EFE2-38B4-4537-92BA-31079895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E46A1-9E03-4083-A678-2AC9CB82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C6E88-165A-464F-8AF2-7424A3A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66364-B288-449B-A779-E02B36BA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8CF0F-97A9-4198-BFBA-02D8CB25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98618-0122-4C9E-8A5D-B5DD49C5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说清对象和条件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B4528-85A5-48E9-95E1-DABF2FC3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AAEBF-605C-4020-8E63-B3BC352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16F4E-CA79-4382-BD6E-B93741D2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8AE98-309F-40C5-92B9-76AA38E0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11B00-8663-44EF-B78F-9E26E1EC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3C657-129E-4904-85B3-EF8E1285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拆成可检查步骤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9B4E3-8928-477C-ACE0-1AC7EFE4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B4200-E52D-4957-854A-1DF214F2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AC301-5B92-47F0-AD59-34E59D4E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99B2F-CD5B-4203-93EB-56EE47A6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BEE53-CA99-403D-BC85-79E98907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D4EC1-B637-4ABF-98AA-2CF4ED1A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核验来源与过程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71C6C-AB9B-4934-B0C6-30AF201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1AE8A-2F06-4644-864D-9D8C8721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A67DA-1947-4448-B5FB-5609FD04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B29BAD-34CC-4F48-A9A9-844B6203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48B5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48B57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98CE12-28F9-4D28-BD63-C502E23B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8998B-FC7A-45F8-9609-F955F6E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说明何时不适用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733BB6-FDEC-4F7D-A4DC-07922819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8B761F-1393-437E-8C91-6A0217AB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6293400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d461b69b949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CD9E8-4745-4BD8-9841-8FDCDF38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D7464"/>
                </a:solidFill>
                <a:latin typeface="Noto Sans SC"/>
                <a:ea typeface="Noto Sans SC"/>
                <a:cs typeface="Noto Sans SC"/>
              </a:rPr>
              <a:t>网格笔记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EDDE3-0E0E-4166-999C-BF6F1BCE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课程收束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192DE-0967-4050-951D-339F7732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81D4C-9D5C-4F72-82A2-F465C2C1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50412-53A4-4DF7-A760-818C73E2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带着一个可执行的问题离开课堂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6DB69-20A5-49C8-8626-6BD5EFF7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66975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9C3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16B44-96F4-4EE2-BBCF-5140CCDA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9C3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2CFD5-98B8-4459-99E5-7A38EE6B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C85E3-9232-4533-AE69-F4B9B85D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908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83B36"/>
                </a:solidFill>
                <a:latin typeface="Noto Sans SC"/>
                <a:ea typeface="Noto Sans SC"/>
                <a:cs typeface="Noto Sans SC"/>
              </a:rPr>
              <a:t>离堂问题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90BE4-6FC3-423F-9CC2-5B731707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8267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0524D"/>
                </a:solidFill>
                <a:latin typeface="Noto Sans SC"/>
                <a:ea typeface="Noto Sans SC"/>
                <a:cs typeface="Noto Sans SC"/>
              </a:rPr>
              <a:t>你准备把今天的方法用于哪个真实任务？下一步要收集什么证据？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5BA5C-4AAF-435B-A391-497BEBF9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7D202-005A-493F-B423-22823920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3817C"/>
                </a:solidFill>
                <a:latin typeface="Noto Sans SC"/>
                <a:ea typeface="Noto Sans SC"/>
                <a:cs typeface="Noto Sans SC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260367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2026-08-10T07:19:39.2250000Z</dcterms:created>
  <dcterms:modified xsi:type="dcterms:W3CDTF">2026-08-10T07:19:39.2250000Z</dcterms:modified>
</coreProperties>
</file>