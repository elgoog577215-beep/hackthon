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c14d6d71434bfe" /><Relationship Type="http://schemas.openxmlformats.org/officeDocument/2006/relationships/extended-properties" Target="/docProps/app.xml" Id="Re1b257514af44f07" /><Relationship Type="http://schemas.openxmlformats.org/officeDocument/2006/relationships/officeDocument" Target="/ppt/presentation.xml" Id="Rf2d1e838cd8240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a2ed03fa444b99"/>
  </p:sldMasterIdLst>
  <p:notesMasterIdLst>
    <p:notesMasterId xmlns:r="http://schemas.openxmlformats.org/officeDocument/2006/relationships" r:id="Rf598e1a69f9b4d88"/>
  </p:notesMasterIdLst>
  <p:sldIdLst>
    <p:sldId xmlns:r="http://schemas.openxmlformats.org/officeDocument/2006/relationships" id="256" r:id="Rdb88e4e6373548e4"/>
    <p:sldId xmlns:r="http://schemas.openxmlformats.org/officeDocument/2006/relationships" id="257" r:id="Rc6e24632dbdd4e91"/>
    <p:sldId xmlns:r="http://schemas.openxmlformats.org/officeDocument/2006/relationships" id="258" r:id="R2bf66234a0a44a77"/>
    <p:sldId xmlns:r="http://schemas.openxmlformats.org/officeDocument/2006/relationships" id="259" r:id="R139b1b503c7d4741"/>
    <p:sldId xmlns:r="http://schemas.openxmlformats.org/officeDocument/2006/relationships" id="260" r:id="R68ca51a98c594cd9"/>
    <p:sldId xmlns:r="http://schemas.openxmlformats.org/officeDocument/2006/relationships" id="261" r:id="R3e29c6753a0e4c62"/>
    <p:sldId xmlns:r="http://schemas.openxmlformats.org/officeDocument/2006/relationships" id="262" r:id="Rfa4f63c0d92a4fed"/>
    <p:sldId xmlns:r="http://schemas.openxmlformats.org/officeDocument/2006/relationships" id="263" r:id="R68deacf007b54ba3"/>
    <p:sldId xmlns:r="http://schemas.openxmlformats.org/officeDocument/2006/relationships" id="264" r:id="R7a51e6a962464451"/>
    <p:sldId xmlns:r="http://schemas.openxmlformats.org/officeDocument/2006/relationships" id="265" r:id="R203b318954e44ada"/>
    <p:sldId xmlns:r="http://schemas.openxmlformats.org/officeDocument/2006/relationships" id="266" r:id="R2191b225b11a4606"/>
    <p:sldId xmlns:r="http://schemas.openxmlformats.org/officeDocument/2006/relationships" id="267" r:id="R98b6115bf19348a9"/>
    <p:sldId xmlns:r="http://schemas.openxmlformats.org/officeDocument/2006/relationships" id="268" r:id="Rce5cc4bd6f274af0"/>
    <p:sldId xmlns:r="http://schemas.openxmlformats.org/officeDocument/2006/relationships" id="269" r:id="Rca3d0c97d5884a7c"/>
    <p:sldId xmlns:r="http://schemas.openxmlformats.org/officeDocument/2006/relationships" id="270" r:id="R8ceeb01fb91b48f1"/>
    <p:sldId xmlns:r="http://schemas.openxmlformats.org/officeDocument/2006/relationships" id="271" r:id="R29f3c5f830bc4973"/>
    <p:sldId xmlns:r="http://schemas.openxmlformats.org/officeDocument/2006/relationships" id="272" r:id="R8164d2fda6d148bc"/>
    <p:sldId xmlns:r="http://schemas.openxmlformats.org/officeDocument/2006/relationships" id="273" r:id="R7cf0488820154a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a24200c22f4eeb" /><Relationship Type="http://schemas.openxmlformats.org/officeDocument/2006/relationships/slideMaster" Target="/ppt/slideMasters/slideMaster1.xml" Id="R3ca2ed03fa444b99" /><Relationship Type="http://schemas.openxmlformats.org/officeDocument/2006/relationships/notesMaster" Target="/ppt/notesMasters/notesMaster1.xml" Id="Rf598e1a69f9b4d88" /><Relationship Type="http://schemas.openxmlformats.org/officeDocument/2006/relationships/presProps" Target="/ppt/presProps.xml" Id="Rfb2d13e53bf64614" /><Relationship Type="http://schemas.openxmlformats.org/officeDocument/2006/relationships/tableStyles" Target="/ppt/tableStyles.xml" Id="Rcf8c4571fdc64aff" /><Relationship Type="http://schemas.openxmlformats.org/officeDocument/2006/relationships/slide" Target="/ppt/slides/slide1.xml" Id="Rdb88e4e6373548e4" /><Relationship Type="http://schemas.openxmlformats.org/officeDocument/2006/relationships/slide" Target="/ppt/slides/slide2.xml" Id="Rc6e24632dbdd4e91" /><Relationship Type="http://schemas.openxmlformats.org/officeDocument/2006/relationships/slide" Target="/ppt/slides/slide3.xml" Id="R2bf66234a0a44a77" /><Relationship Type="http://schemas.openxmlformats.org/officeDocument/2006/relationships/slide" Target="/ppt/slides/slide4.xml" Id="R139b1b503c7d4741" /><Relationship Type="http://schemas.openxmlformats.org/officeDocument/2006/relationships/slide" Target="/ppt/slides/slide5.xml" Id="R68ca51a98c594cd9" /><Relationship Type="http://schemas.openxmlformats.org/officeDocument/2006/relationships/slide" Target="/ppt/slides/slide6.xml" Id="R3e29c6753a0e4c62" /><Relationship Type="http://schemas.openxmlformats.org/officeDocument/2006/relationships/slide" Target="/ppt/slides/slide7.xml" Id="Rfa4f63c0d92a4fed" /><Relationship Type="http://schemas.openxmlformats.org/officeDocument/2006/relationships/slide" Target="/ppt/slides/slide8.xml" Id="R68deacf007b54ba3" /><Relationship Type="http://schemas.openxmlformats.org/officeDocument/2006/relationships/slide" Target="/ppt/slides/slide9.xml" Id="R7a51e6a962464451" /><Relationship Type="http://schemas.openxmlformats.org/officeDocument/2006/relationships/slide" Target="/ppt/slides/slide10.xml" Id="R203b318954e44ada" /><Relationship Type="http://schemas.openxmlformats.org/officeDocument/2006/relationships/slide" Target="/ppt/slides/slide11.xml" Id="R2191b225b11a4606" /><Relationship Type="http://schemas.openxmlformats.org/officeDocument/2006/relationships/slide" Target="/ppt/slides/slide12.xml" Id="R98b6115bf19348a9" /><Relationship Type="http://schemas.openxmlformats.org/officeDocument/2006/relationships/slide" Target="/ppt/slides/slide13.xml" Id="Rce5cc4bd6f274af0" /><Relationship Type="http://schemas.openxmlformats.org/officeDocument/2006/relationships/slide" Target="/ppt/slides/slide14.xml" Id="Rca3d0c97d5884a7c" /><Relationship Type="http://schemas.openxmlformats.org/officeDocument/2006/relationships/slide" Target="/ppt/slides/slide15.xml" Id="R8ceeb01fb91b48f1" /><Relationship Type="http://schemas.openxmlformats.org/officeDocument/2006/relationships/slide" Target="/ppt/slides/slide16.xml" Id="R29f3c5f830bc4973" /><Relationship Type="http://schemas.openxmlformats.org/officeDocument/2006/relationships/slide" Target="/ppt/slides/slide17.xml" Id="R8164d2fda6d148bc" /><Relationship Type="http://schemas.openxmlformats.org/officeDocument/2006/relationships/slide" Target="/ppt/slides/slide18.xml" Id="R7cf048882015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d73776190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93ac6586e444d" /><Relationship Type="http://schemas.openxmlformats.org/officeDocument/2006/relationships/notesMaster" Target="/ppt/notesMasters/notesMaster1.xml" Id="Rf637e1da31ec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b17575f1c2465f" /><Relationship Type="http://schemas.openxmlformats.org/officeDocument/2006/relationships/notesMaster" Target="/ppt/notesMasters/notesMaster1.xml" Id="R4a1b615a7d1342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4e705d0704247" /><Relationship Type="http://schemas.openxmlformats.org/officeDocument/2006/relationships/notesMaster" Target="/ppt/notesMasters/notesMaster1.xml" Id="Rb17be8068d024b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e28cab660d43e2" /><Relationship Type="http://schemas.openxmlformats.org/officeDocument/2006/relationships/notesMaster" Target="/ppt/notesMasters/notesMaster1.xml" Id="Rb4b574ac52cc43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f6a8149b3e4812" /><Relationship Type="http://schemas.openxmlformats.org/officeDocument/2006/relationships/notesMaster" Target="/ppt/notesMasters/notesMaster1.xml" Id="R75b44d8a1e08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3c4cfb1e494fb0" /><Relationship Type="http://schemas.openxmlformats.org/officeDocument/2006/relationships/notesMaster" Target="/ppt/notesMasters/notesMaster1.xml" Id="Rcbfc8b3d43aa40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84c11e06f341f6" /><Relationship Type="http://schemas.openxmlformats.org/officeDocument/2006/relationships/notesMaster" Target="/ppt/notesMasters/notesMaster1.xml" Id="Rd8c661a8687d4d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dd7250437f46ae" /><Relationship Type="http://schemas.openxmlformats.org/officeDocument/2006/relationships/notesMaster" Target="/ppt/notesMasters/notesMaster1.xml" Id="R95612f0014244f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4543e396af4991" /><Relationship Type="http://schemas.openxmlformats.org/officeDocument/2006/relationships/notesMaster" Target="/ppt/notesMasters/notesMaster1.xml" Id="Rb7f7ff7c9aec4f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c1c31efb7a4918" /><Relationship Type="http://schemas.openxmlformats.org/officeDocument/2006/relationships/notesMaster" Target="/ppt/notesMasters/notesMaster1.xml" Id="R0dcdcc8a7bed46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34d7e8342e442a" /><Relationship Type="http://schemas.openxmlformats.org/officeDocument/2006/relationships/notesMaster" Target="/ppt/notesMasters/notesMaster1.xml" Id="R9a604d73ccb141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fd4698fed34a88" /><Relationship Type="http://schemas.openxmlformats.org/officeDocument/2006/relationships/notesMaster" Target="/ppt/notesMasters/notesMaster1.xml" Id="R636905c44dee44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782e517d804227" /><Relationship Type="http://schemas.openxmlformats.org/officeDocument/2006/relationships/notesMaster" Target="/ppt/notesMasters/notesMaster1.xml" Id="R23e76a6c210141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5410c68ce540a5" /><Relationship Type="http://schemas.openxmlformats.org/officeDocument/2006/relationships/notesMaster" Target="/ppt/notesMasters/notesMaster1.xml" Id="R123a1359714643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d678beb2d440f9" /><Relationship Type="http://schemas.openxmlformats.org/officeDocument/2006/relationships/notesMaster" Target="/ppt/notesMasters/notesMaster1.xml" Id="R4d5f85372d3141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acba5574a6461e" /><Relationship Type="http://schemas.openxmlformats.org/officeDocument/2006/relationships/notesMaster" Target="/ppt/notesMasters/notesMaster1.xml" Id="R1c8fcc79036c45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8bc99854bf41fb" /><Relationship Type="http://schemas.openxmlformats.org/officeDocument/2006/relationships/notesMaster" Target="/ppt/notesMasters/notesMaster1.xml" Id="Re772154349104f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7c63aaad6542a3" /><Relationship Type="http://schemas.openxmlformats.org/officeDocument/2006/relationships/notesMaster" Target="/ppt/notesMasters/notesMaster1.xml" Id="R09f29c9b9d4b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内容摘要：课程主题：从问题到证据。用统一视觉语言承载可编辑的教学内容</a:t>
            </a:r>
          </a:p>
          <a:p xmlns:a="http://schemas.openxmlformats.org/drawingml/2006/main">
            <a:r>
              <a:t>版式说明：深色科技主题的cover语义页面；背景为无文字图片，文本框、强调线和全部教学文字保持可编辑。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内容摘要：课程路线。目标 · 概念 · 推演 · 练习 · 复盘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内容摘要：第一章｜建立问题框架。先明确边界，再选择方法</a:t>
            </a:r>
          </a:p>
          <a:p xmlns:a="http://schemas.openxmlformats.org/drawingml/2006/main">
            <a:r>
              <a:t>版式说明：深色科技主题的chapter语义页面；背景为无文字图片，文本框、强调线和全部教学文字保持可编辑。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内容摘要：学习目标。完成本章后，你能够解释、应用并检验核心方法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内容摘要：先备知识。从三个已知条件出发，连接到本章的新问题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内容摘要：核心定义。定义不是一句话，而是一组条件、边界与反例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内容摘要：适用边界。何时成立？何时必须切换判断标准？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内容摘要：推演路径。把复杂任务拆成可检查的连续步骤</a:t>
            </a:r>
          </a:p>
          <a:p xmlns:a="http://schemas.openxmlformats.org/drawingml/2006/main">
            <a:r>
              <a:t>版式说明：深色科技主题的reasoning语义页面；背景为无文字图片，文本框、强调线和全部教学文字保持可编辑。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内容摘要：例题拆解。先识别结构，再执行步骤，最后回到证据</a:t>
            </a:r>
          </a:p>
          <a:p xmlns:a="http://schemas.openxmlformats.org/drawingml/2006/main">
            <a:r>
              <a:t>版式说明：深色科技主题的reasoning语义页面；背景为无文字图片，文本框、强调线和全部教学文字保持可编辑。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内容摘要：方法对比。同一问题可以有多条路径，但评价标准保持一致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内容摘要：代码与实现。证据页优先保证代码、公式和表格的可读性</a:t>
            </a:r>
          </a:p>
          <a:p xmlns:a="http://schemas.openxmlformats.org/drawingml/2006/main">
            <a:r>
              <a:t>版式说明：深色科技主题的evidence语义页面；背景为无文字图片，文本框、强调线和全部教学文字保持可编辑。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内容摘要：证据核对表。把结论、证据与限制条件放到同一张表中</a:t>
            </a:r>
          </a:p>
          <a:p xmlns:a="http://schemas.openxmlformats.org/drawingml/2006/main">
            <a:r>
              <a:t>版式说明：深色科技主题的evidence语义页面；背景为无文字图片，文本框、强调线和全部教学文字保持可编辑。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内容摘要：理解检查。先独立作答，再展开判断依据</a:t>
            </a:r>
          </a:p>
          <a:p xmlns:a="http://schemas.openxmlformats.org/drawingml/2006/main">
            <a:r>
              <a:t>版式说明：深色科技主题的practice语义页面；背景为无文字图片，文本框、强调线和全部教学文字保持可编辑。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内容摘要：反馈与订正。反馈指出差距，也给出下一步行动</a:t>
            </a:r>
          </a:p>
          <a:p xmlns:a="http://schemas.openxmlformats.org/drawingml/2006/main">
            <a:r>
              <a:t>版式说明：深色科技主题的practice语义页面；背景为无文字图片，文本框、强调线和全部教学文字保持可编辑。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内容摘要：易错辨析。错误答案通常来自边界混淆，而不是记忆不足</a:t>
            </a:r>
          </a:p>
          <a:p xmlns:a="http://schemas.openxmlformats.org/drawingml/2006/main">
            <a:r>
              <a:t>版式说明：深色科技主题的practice语义页面；背景为无文字图片，文本框、强调线和全部教学文字保持可编辑。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内容摘要：迁移应用。把方法映射到新的任务情境</a:t>
            </a:r>
          </a:p>
          <a:p xmlns:a="http://schemas.openxmlformats.org/drawingml/2006/main">
            <a:r>
              <a:t>版式说明：深色科技主题的reasoning语义页面；背景为无文字图片，文本框、强调线和全部教学文字保持可编辑。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内容摘要：本章回顾。让定义、方法、证据和边界重新汇聚</a:t>
            </a:r>
          </a:p>
          <a:p xmlns:a="http://schemas.openxmlformats.org/drawingml/2006/main">
            <a:r>
              <a:t>版式说明：深色科技主题的recap语义页面；背景为无文字图片，文本框、强调线和全部教学文字保持可编辑。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内容摘要：课程收束。带着一个可执行的问题离开课堂</a:t>
            </a:r>
          </a:p>
          <a:p xmlns:a="http://schemas.openxmlformats.org/drawingml/2006/main">
            <a:r>
              <a:t>版式说明：深色科技主题的recap语义页面；背景为无文字图片，文本框、强调线和全部教学文字保持可编辑。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53738d1cb44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aae018eaf5436c" /><Relationship Type="http://schemas.openxmlformats.org/officeDocument/2006/relationships/slideLayout" Target="/ppt/slideLayouts/slideLayout1.xml" Id="R52be53b0f01840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be53b0f01840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7f67f76f04aac" /><Relationship Type="http://schemas.openxmlformats.org/officeDocument/2006/relationships/image" Target="/ppt/media/image.jpeg" Id="R3842b48be81a41a5" /><Relationship Type="http://schemas.openxmlformats.org/officeDocument/2006/relationships/notesSlide" Target="/ppt/notesSlides/notesSlide1.xml" Id="R1030c38bcfd740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0cbe552d54f39" /><Relationship Type="http://schemas.openxmlformats.org/officeDocument/2006/relationships/image" Target="/ppt/media/image2.jpeg" Id="Rbd2a13813e8b4cac" /><Relationship Type="http://schemas.openxmlformats.org/officeDocument/2006/relationships/notesSlide" Target="/ppt/notesSlides/notesSlide2.xml" Id="R964a766291b546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3d0b7e12c45e3" /><Relationship Type="http://schemas.openxmlformats.org/officeDocument/2006/relationships/image" Target="/ppt/media/image3.jpeg" Id="Rac5729333ab04f89" /><Relationship Type="http://schemas.openxmlformats.org/officeDocument/2006/relationships/notesSlide" Target="/ppt/notesSlides/notesSlide3.xml" Id="R406829bd303b42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3ae7df7d54fdd" /><Relationship Type="http://schemas.openxmlformats.org/officeDocument/2006/relationships/image" Target="/ppt/media/image4.jpeg" Id="R087786a839414dcd" /><Relationship Type="http://schemas.openxmlformats.org/officeDocument/2006/relationships/notesSlide" Target="/ppt/notesSlides/notesSlide4.xml" Id="R5fb0fe4f99474a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bf02fb2ff4a50" /><Relationship Type="http://schemas.openxmlformats.org/officeDocument/2006/relationships/image" Target="/ppt/media/image5.jpeg" Id="Rdc5ce33f35914f04" /><Relationship Type="http://schemas.openxmlformats.org/officeDocument/2006/relationships/notesSlide" Target="/ppt/notesSlides/notesSlide5.xml" Id="R47d15a0f0c3944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f299ce28247c7" /><Relationship Type="http://schemas.openxmlformats.org/officeDocument/2006/relationships/image" Target="/ppt/media/image6.jpeg" Id="R65df8afd255845bc" /><Relationship Type="http://schemas.openxmlformats.org/officeDocument/2006/relationships/notesSlide" Target="/ppt/notesSlides/notesSlide6.xml" Id="Rd048bfa6de4140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845fa85234406" /><Relationship Type="http://schemas.openxmlformats.org/officeDocument/2006/relationships/image" Target="/ppt/media/image7.jpeg" Id="R82af54e50fd14128" /><Relationship Type="http://schemas.openxmlformats.org/officeDocument/2006/relationships/notesSlide" Target="/ppt/notesSlides/notesSlide7.xml" Id="Rd06f287481a84e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e90c54ba047a3" /><Relationship Type="http://schemas.openxmlformats.org/officeDocument/2006/relationships/image" Target="/ppt/media/image8.jpeg" Id="Ra3bca7b928724c52" /><Relationship Type="http://schemas.openxmlformats.org/officeDocument/2006/relationships/notesSlide" Target="/ppt/notesSlides/notesSlide8.xml" Id="R4e3e7cb167bd42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c087d594c4393" /><Relationship Type="http://schemas.openxmlformats.org/officeDocument/2006/relationships/image" Target="/ppt/media/image9.jpeg" Id="R60229e008297465c" /><Relationship Type="http://schemas.openxmlformats.org/officeDocument/2006/relationships/notesSlide" Target="/ppt/notesSlides/notesSlide9.xml" Id="R4b3f14220a7c48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0ccfd8b544f44" /><Relationship Type="http://schemas.openxmlformats.org/officeDocument/2006/relationships/image" Target="/ppt/media/image10.jpeg" Id="R98eeb44f7c8a4992" /><Relationship Type="http://schemas.openxmlformats.org/officeDocument/2006/relationships/notesSlide" Target="/ppt/notesSlides/notesSlide10.xml" Id="Rbeadca90c90d4d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6cad0cb5f4942" /><Relationship Type="http://schemas.openxmlformats.org/officeDocument/2006/relationships/image" Target="/ppt/media/image11.jpeg" Id="Rb37a36f745ac4ee0" /><Relationship Type="http://schemas.openxmlformats.org/officeDocument/2006/relationships/notesSlide" Target="/ppt/notesSlides/notesSlide11.xml" Id="R01d1fa58ad3f4a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dad4a358044e5" /><Relationship Type="http://schemas.openxmlformats.org/officeDocument/2006/relationships/image" Target="/ppt/media/image12.jpeg" Id="R0e567a226d0144ea" /><Relationship Type="http://schemas.openxmlformats.org/officeDocument/2006/relationships/notesSlide" Target="/ppt/notesSlides/notesSlide12.xml" Id="R996f15abebc843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b439e350243a2" /><Relationship Type="http://schemas.openxmlformats.org/officeDocument/2006/relationships/image" Target="/ppt/media/image13.jpeg" Id="R0e79f1d83e7b40d8" /><Relationship Type="http://schemas.openxmlformats.org/officeDocument/2006/relationships/notesSlide" Target="/ppt/notesSlides/notesSlide13.xml" Id="R02d5a09679484d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11b6e65584f93" /><Relationship Type="http://schemas.openxmlformats.org/officeDocument/2006/relationships/image" Target="/ppt/media/image14.jpeg" Id="Rbb8cd9c7fe64470a" /><Relationship Type="http://schemas.openxmlformats.org/officeDocument/2006/relationships/notesSlide" Target="/ppt/notesSlides/notesSlide14.xml" Id="R6e73875b24b74e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d5719b78d4280" /><Relationship Type="http://schemas.openxmlformats.org/officeDocument/2006/relationships/image" Target="/ppt/media/image15.jpeg" Id="R71fa037fdf6a4d65" /><Relationship Type="http://schemas.openxmlformats.org/officeDocument/2006/relationships/notesSlide" Target="/ppt/notesSlides/notesSlide15.xml" Id="R9f6013a34eb144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c99fb18c44c27" /><Relationship Type="http://schemas.openxmlformats.org/officeDocument/2006/relationships/image" Target="/ppt/media/image16.jpeg" Id="Raffd9639894c4fea" /><Relationship Type="http://schemas.openxmlformats.org/officeDocument/2006/relationships/notesSlide" Target="/ppt/notesSlides/notesSlide16.xml" Id="Ra94eff339e9a44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bc9e0428c48b3" /><Relationship Type="http://schemas.openxmlformats.org/officeDocument/2006/relationships/image" Target="/ppt/media/image17.jpeg" Id="R9010d7cf4caf45e7" /><Relationship Type="http://schemas.openxmlformats.org/officeDocument/2006/relationships/notesSlide" Target="/ppt/notesSlides/notesSlide17.xml" Id="R4d38e0bb8ea143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0f975c7c34562" /><Relationship Type="http://schemas.openxmlformats.org/officeDocument/2006/relationships/image" Target="/ppt/media/image18.jpeg" Id="R0d8a8e73bbdf4e7f" /><Relationship Type="http://schemas.openxmlformats.org/officeDocument/2006/relationships/notesSlide" Target="/ppt/notesSlides/notesSlide18.xml" Id="Rb74a7b4426bd4e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2b48be81a41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2FE12-68D4-4C26-8490-E922E0A8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6C2FC-490A-42EE-AD1E-9109042A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课程主题：从问题到证据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594F1-66D9-4A53-854A-E3BC1ACB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用统一视觉语言承载可编辑的教学内容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41B4E-6D3C-41E5-9FC6-4B051893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C9F9D-BA84-458B-A8E7-982B2F7C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8963163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a13813e8b4c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0B181-003E-40FB-A56E-F65D3270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610B7-F472-41E1-9A32-004460D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课程路线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C7417-8220-4158-BF4F-012629B9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DDFBD-18D5-43F3-85CB-5B3ACD5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886B6-7B2C-4CBA-8484-850BE22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目标 · 概念 · 推演 · 练习 · 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BA215-3242-49A1-A0A1-D4102E95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42ED7-F679-4B0B-81CC-4EDD7F51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3EE8C-35BB-440A-AA94-E55FDEC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3F11E-B308-41AC-BD37-50C40CF0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5EF7F-DCC6-4781-98DC-DCE16522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72503-F933-4CF7-AC95-85BA8D4B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B0DC5-579A-4F57-B738-FF618C5C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43C4B-2E7A-4D54-86FB-929D083C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8CDA9-98D7-4E8E-85D8-780F1ED3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544A3-C945-48B6-88C8-AF222697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B2037-8CA8-4FB1-B347-101C29C2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D0E64-6C8E-4C3D-91BE-17EB94DB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概念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C22A3D-FA4D-47B1-BC44-2C944580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7FA5C-0CF6-4DBF-B53B-8AF20E2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49EE1-B0B0-4024-95E6-A9C2932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BFB4A-79CC-42DF-807C-BBBB8809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CF3D0-8794-496C-A895-5684A06C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EF37C-E359-4DD9-8D0A-BF8EEE8D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推演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41B23-E330-4687-9174-13286195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356775-EEC3-4B53-9A63-70FDB9EA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45A22-F84E-4AEC-9C1D-260CFB97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DB20B-AC93-42E9-B077-7F5E273F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98C8E0-87EE-48B5-8A1B-D08776DF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9915AE-9242-4BF5-82CB-0B552C16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27ED9D-F137-4CE5-B619-4177E524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7AF0C-52A7-42C4-81F5-66EA902E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32756-F2C7-4C1F-8CEC-82CD2DC1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6D6A6E-075E-4CE6-8E80-64F1678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90475A-021A-4720-A5B6-9CB8B487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303E93-6320-4C29-9463-EFDBF73A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05FCD-83F8-48B0-B277-E4DC68FF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38062-B998-44C8-8903-39A2AE65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3193477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729333ab04f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C4E3A-377D-4F7B-951E-4B11B3D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CHAPTER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41269-721D-49CB-9BFD-AC128D7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第一章｜建立问题框架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32632-4F63-4521-8193-1B5C2B0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先明确边界，再选择方法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C6B84-CEC6-4553-8035-18CEE81D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BED5C-4CEB-47D4-B3A6-0276FBA3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7522424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786a839414d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6F8F1-9B84-4C96-9B7B-BE92475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EF926-F625-4F30-96BC-CDCBD915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FF42E-E86B-4D37-BFE9-493FECAB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E0603-722B-4E95-B2D6-16EC3F75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4E307-9380-4DC0-A357-FA546FE9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完成本章后，你能够解释、应用并检验核心方法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9F16F-AB0F-4C23-B25C-A5688FC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27D39-1420-47BA-883C-221579CE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51C9E-CB95-425A-84BD-65BCD91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A244C-6664-477E-950F-27429AD5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DBDB4-7FA7-4E1F-B7AB-282209C9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88E27-7727-4AA4-A519-F9E07496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用自己的语言说明核心概念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4CC02-A23A-44BD-98E2-50EC824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F2F46-1158-4D4A-8C9D-68E0CA00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E410B-4DE4-4913-AC3A-CDFAE551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10EF3-A071-4086-A097-209D220E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E4856-5462-4CA6-83AC-549992FF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1DF06-F731-4930-842C-738AD48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在新情境中选择合适的方法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8F7BD-B94E-4D70-89CE-A03B4A73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F05DD-0D48-4E59-8FDD-975E23AC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33ECE-846A-4359-89A6-234031D6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DDF7E-E61A-46F6-8893-AB9BDB7C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E4CF3-2B92-4F19-A74D-371CF9B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B9199-8528-4BD6-AD21-4816CB83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用证据核对结果与边界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7DF06F-F873-47D7-8291-89CDEF3D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DF359-D8A6-45D1-B7F9-0E40DD59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2763441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ce33f35914f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C9809-D629-46B5-BDE0-032746F1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57BB6-4643-4F18-A690-73D9BC04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先备知识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87E2F-F9B8-46F7-9910-CC85EED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B1D6A-6564-4AA9-9F42-CE42CC25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9C5E9-B4C4-4A20-811A-C5741F76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从三个已知条件出发，连接到本章的新问题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27C4C-6880-411F-A4B6-1F635AD5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FA90F-03F7-46D8-B448-82EB80CA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483BA-8E6A-48C4-94A0-8EC4FBF3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230D5-59FD-443D-8F5A-EF91845B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892EB-1DE1-48F0-8503-E7C53D6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已知条件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BFFBB-58E0-4156-A299-21726D0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识别任务中的稳定信息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25866-A274-4698-B35F-039F61EC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03219-C0CC-4186-ACB3-2D5C7D02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28711-2335-47AC-B3CC-B53A49A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CA73D-A90E-4105-B05C-AC014530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C9DEE-F607-44AD-AA23-A2DD0500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已有方法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CFA5C-770F-4D77-96AC-FC048045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回忆可以复用的判断工具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6792C-D8E8-4562-B3E0-3A7C3B08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6A4E9-2227-4122-82D3-2DE938F8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8A6EA-9A28-4CA1-82C2-DEC27C1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06FAB-6AAE-47B4-965B-CE3267BE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73BCD-2170-4847-A8D8-1B296E4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新问题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6E2E7-6DB2-49B5-8F9D-FFBD2173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找出这次学习真正新增的挑战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14D53-FEED-4CFC-BDC9-FE622A5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4B6B3-4435-4067-9687-1C430056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8874702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f8afd255845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7E9D3-D4EE-4027-9A1E-CD4DC04D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1A423-CD7D-4E93-ABB1-EA772FE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核心定义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2A5A7-BE3E-42C4-BBB5-7F54A96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7FB28-F79B-4B0E-9254-4DC24CAB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3E239-19D4-4377-8676-DD022814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定义不是一句话，而是一组条件、边界与反例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DF1F3-4B74-4FB5-95CE-B9021615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2C2EE-C80D-4C1E-8B8B-828C8980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76529-CFFF-4743-84A4-733E10A1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3712B-430A-43D4-A4A7-9EF996B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C3BB2-8D0D-4323-A58C-757FBA42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62674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一个可使用的定义，需要同时说明对象、条件、关系与判断标准。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2B3A-48AC-4169-8823-3BB2F5DA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8E0E7-9586-48A5-886E-D0B0930B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2819E-1814-4D57-8BE7-E8ED02BA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00077-2BCC-4DEE-A0C7-45A4C61C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必要条件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A1249-5BC0-466E-AB21-AE5EA435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缺少任一条件时，不直接套用结论。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9FD41-D4B0-4D01-90BA-9F348D63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FDD47-BFA3-4711-BA41-BA76F61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2A13C-038B-4755-8781-1541C40B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674B8-A52B-495E-89C9-B50768EB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087BE-3C93-4131-B17D-BE032AC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用最小反例暴露定义边界。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215A6-13FD-474B-9E24-E57B7FC6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5E095-4E7D-420A-8E59-BDE16FDD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9280015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f54e50fd141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94873-72F2-475C-B7F9-177DD056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32E9E-1BBC-4185-86D0-98E128A1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适用边界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CF4FA-593C-485F-B167-6C831900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D2D0F-D46C-40BD-AA3E-E6033D8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F8ED8-8276-41DE-B137-42964C45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何时成立？何时必须切换判断标准？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64454-BB15-4E6B-8A64-42B0534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9249C-183A-431C-B6AB-3CC16ABD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98749-5FA6-4277-818F-470C83DB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EB224-8B8C-4E30-80FA-1192DAD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57BD4-77C6-4F0C-B21B-9A9F73EC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条件完整、证据可核验、任务目标与方法一致。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57EDE-AF7D-4305-A056-68C73BEF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39E0C-EA8D-4667-9CB4-3BA63267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11C1F-CF42-4031-BD4D-6556D3ED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26B14-08C0-4C1A-AA4F-90334486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不适用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53476-6808-4CF7-82A2-7E424E43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条件缺失、证据不足或评价标准已经改变。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2FBAC-6D84-474B-B154-79E1B9C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26DDE-7FCB-423A-A2F0-E1B66763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2614878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ca7b928724c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75B11-253B-4F1D-8FA2-D9DD7C15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B12E8-7D1E-472C-BBED-3D06C6A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推演路径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D3927-19EB-4C1C-85C3-CE0F181F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1AF62-B44C-4CA7-A89A-BCC71E44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DEC28-95A6-449D-9EBB-7EADD8D0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把复杂任务拆成可检查的连续步骤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6D633-65C2-408E-9F76-FA7146A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FF48D-C164-452A-A55D-13AE2B28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E8143-2B3C-486B-A2FC-305929A4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47E80-4E79-4050-ADC8-24EB8D4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87E14-635D-4FD7-A3A8-7A2BCCC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062F4-DEF9-4001-9393-8ADF1079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标记任务对象与限制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CF739-7B9F-452F-985C-E3247A14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115B8-952A-41C8-8AF6-F951F146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57F9B-1245-4841-A61F-A24F5C38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6DFEC-7749-44E5-B93F-1346D23A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A01F6-11C2-49A5-ADFD-C891ED2B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D40FB-9C32-4301-8A9E-45F438C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匹配可解释的方法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B196F-152F-4295-824D-C645899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B2781-EECA-4012-8022-6E5FF497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299BA-B22E-47BE-93E2-22C71E74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76E50-6765-4B45-AE5D-821C7906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36A75-2AAD-4DE0-9478-42AFF409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BF3C8-462B-498D-BA3A-84E1D9D5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逐步记录中间结果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C8AA1-4F0E-4E38-A383-40D0D61A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BAFA2-B0EC-471E-891C-F3B2E8BB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EC5D5-38B7-4C23-9520-2796922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C10E6-A494-4451-A00E-6D2BF0AB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37635-06E7-4154-BA0D-0D8A584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84FB4-6E4F-4C7E-8AC6-19F91D0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回到证据与边界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A9E82-0CE8-4545-AB38-1BD55F25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0A784-FF01-4CF8-A0AB-1C31180A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6810580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29e00829746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772CF-58E4-4BA2-B682-EFADC472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FE069-45F4-4578-8A93-219123F2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例题拆解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6CADF-8F3D-4CEA-8718-AA91A3F3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29AFC-DD3E-46B1-A3F0-B28BFEC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24A96-2960-4963-B044-99537649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先识别结构，再执行步骤，最后回到证据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7332D-06A9-4562-B2A6-7C1628F4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17F8F-1876-47F1-8A25-20ECFFD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B5C07-75ED-41BC-B29F-C4F43F48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AF155-1463-4A0A-87B9-A9797D0D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题目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BC141-992D-4AB2-95DE-E659FDF7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给定条件后，先判断真正需要求解的对象。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E49D4-EE9B-4EF8-A7A8-3C2F2785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E16DF-ECFE-4E84-990F-7BDC106B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F50FA-0374-48C9-AD81-C75981CB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64BC6-1ACA-430F-9763-5F11CEDB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74BD3-BF87-433B-99A1-467739F1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把条件转换为可以逐步核验的结构。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DBB46-06F7-4A8E-A5C3-CD3C3567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57425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1096F-2CCC-42F4-961E-B0895025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4F97F-9460-4193-ADB5-860CB27C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C68E0-D2A2-4676-A8C6-88FED6A2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3BD64-2845-42FF-B551-300C7B10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24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检查结果是否满足原条件，并说明适用边界。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B816E-F32A-4850-BF55-86E37B55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FEBFA-A165-4BAD-AFAE-69A97207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6951046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eb44f7c8a49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25A4D-4F79-4211-B67A-90AC2367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0D78B-E22E-49F1-8DD7-14E1B86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方法对比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C8A31-15E3-4033-8E7B-B7796269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EF4A2-4503-49D2-8667-2E61AC5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9F3BC-51B1-4E85-948F-4FF2C4E0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同一问题可以有多条路径，但评价标准保持一致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E98D0-8278-4ACC-9AAD-9EEF610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FB662-018C-4903-B72E-0EB58540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8E411-2BBE-4B04-90BA-E82746AD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B65E4-E632-4716-9082-CB6E4009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路径 A｜直接判断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24182-24A8-4158-BF8C-ABB5402A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步骤更少，适合条件清晰、证据完整的任务。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34646-16ED-46DF-AF6F-BA5CCC3B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FB242-7F90-48DF-A883-314B9856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6A161-7506-491D-BC67-D491F074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64395-5FB4-4354-B925-935A4C43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路径 B｜逐层验证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6B561-79B6-476F-9CD5-DCB1A648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检查更细，适合边界模糊或需要追溯依据的任务。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92F02-E7C0-48A5-8EEC-70F1788C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CF58C-3B5F-4F3D-AAD1-5752743D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7376137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a36f745ac4e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EB1E5-765C-4749-AC36-92FE29B5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8C530-C697-4F25-90CC-A4A79EAA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代码与实现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61AE7-7B62-432F-947D-993FF4E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E48A2-3D7A-4A05-9C2A-D825D580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41825-FBF2-4AC0-90CC-1691D457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证据页优先保证代码、公式和表格的可读性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28955-D299-4149-A56A-9E58422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48433-1807-498A-8CF1-2B4AACD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0D16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FDCAB-25AB-4121-8A81-0B4E7FFC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AEDD9-AAC2-4EE4-9DEF-426EC01E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可编辑代码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B461A-EA6C-43E1-9EF6-AFAD16F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774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function verify(input)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  const evidence = collect(input);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  return evidence.every(item =&gt; item.valid);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52076-6CB5-4BE0-B501-7B023E8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5AFBD-1F9C-48E4-B689-7AF12D5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6963381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67a226d0144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06780-2AD0-44DC-ABBC-1577056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F6984-B992-4C7B-B37B-66DBCF3D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证据核对表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DD491-7D43-4491-975B-4B96338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F281D-F6A7-42F5-B0F7-DAA48932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C0AAC-E293-4E9E-8969-A58F0E6D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把结论、证据与限制条件放到同一张表中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C61E0-8D45-4CDD-9877-0AA37B72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0DC74-AE4B-4DCA-B085-17B4F92B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89D21-7EF6-4ED5-AD22-DB2B1D59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C12B4-8805-4B10-A1B8-974FD19E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B92A7-E439-4E70-923E-AF0E961B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当前判断可成立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A65D0-906E-4E5D-9B4A-363D907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B10B0-0833-4A92-BE9E-FDC0FB4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70D16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2D868-7B0D-42AC-8023-0BA813D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81F87-C461-4957-81B5-8E11A27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1F3FF-4E67-4E4E-AAB4-50FDB75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数据、过程与来源相互支持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370C9-9BD2-4113-B915-21BA5D3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7B9CE-B71E-420D-BB37-3E71652E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12D64-7345-4D22-8AB2-958B58F3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3DF1D-1AC9-4907-B0E8-26615615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限制条件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B0207-D9E4-497A-84D3-1C91BDF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仅适用于已声明的条件范围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B2ED0-2F62-4003-867A-1D6DF089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5FA90-1303-40ED-B3AD-9987F67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940513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9f1d83e7b40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6FFA5-6E6E-44E6-8FF6-9D7B8E6C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8D5D3-72F1-4006-8827-9B681845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理解检查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E5390-0A44-42F3-904D-2A88D00A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574F4-CBE3-4C06-882D-E8D095D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78D7-4636-4323-B53A-063A8EF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先独立作答，再展开判断依据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BADF5-7DF2-40BB-98DB-2760D711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8CBF5-696A-465D-873E-1EBAC81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E572C-C9BA-4F79-9673-21FE7FDC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7C2E4-24F5-444B-AF3F-AE1A402B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问题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5BF3F-334F-40DC-8778-8AE045D0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774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请判断给定方案是否满足定义，并写出两条可核验的判断依据。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A101C-DB73-40E8-91D9-A10EDFE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8BACF-79F6-4CCA-9A51-7EC48960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356927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cd9c7fe6447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49180-3191-420D-A3DD-8807EBD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821C9-2017-4D6D-AF40-E3966AD1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反馈与订正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1714B-A9B9-4D8A-A5C1-F8CCA26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DB522-32A9-4156-9806-37F7CEC3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FE2F7-409F-48C5-869D-BD8ACA7C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反馈指出差距，也给出下一步行动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2DB5E-DB23-4A15-93A8-AF0236CF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27B96-1527-47C4-9B2B-D16C4CBA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5D594-4CEE-4C20-B09F-56D45893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AC97A-CE52-47AD-8C20-F320EA0F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你的回答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F0AE8-E857-438A-87D5-067DD27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先保留学习者的原始判断与理由。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F3D1B-228A-4DF8-BF8F-05E2F7C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FAA7B-50D4-4E36-BB42-2BB94C8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1E764-A7C4-44E0-8F23-9989CA54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C6CC5-406E-436E-A7E1-ECD0380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反馈依据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9BD67-54BB-43AB-BB9A-FBA16015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指出已掌握部分、证据缺口和下一步行动。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72C57-D576-465D-BA55-21E64732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E19BA-E2C1-475C-B4C1-BDF05B7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9222033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a037fdf6a4d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CC347-B860-4D40-AE98-58B6237A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4F918-0CCF-4467-8752-3AE2FDB5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易错辨析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C9EBD-B564-45C6-B082-1A75EB80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8D7AD-24E6-4586-A142-21D043BB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23CE7-CA28-4B15-B72C-489CE2EF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错误答案通常来自边界混淆，而不是记忆不足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95A3A-C6CB-4BCF-B405-DB65825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1B042-6FA9-4583-9295-88FD84D0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C5357-6B71-4748-8583-62BB564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39D53-5C12-456D-88FD-1D093829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常见误区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46282-B361-4974-8B44-E491C64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只记住结论，却忽略结论成立的条件。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CFE78-8470-4E00-B960-4051563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50BB7-5266-4769-840A-DED1BE7F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D499E-F412-4AF8-9A10-3A88B14A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D15A1-AAC4-4C93-B41A-749409D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修正策略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DCBEC-BA58-438D-B22C-B7CC2281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把条件、证据和边界重新连接起来。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AA9E8-52B6-4380-B97F-1004E514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2295B-104B-46ED-B845-9D3A9964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5600088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d9639894c4f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7B6CD-DF93-453E-BF96-F4ED221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356B1-2484-4D9A-9DA1-2F8E7877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迁移应用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A7D99-520B-4C82-A44F-B645DF07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F178C-405B-4543-8F16-55D001EA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7B2E0-3C3B-43CF-BA6E-4CBCFB2E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把方法映射到新的任务情境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BFB57-B5C2-4503-A421-D570D7C8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18D03-D052-41EB-BD4A-69206349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96813-9465-4E89-8151-6A54367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2BD76-DD61-45E5-AA50-7525B4A1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原任务结构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D7B7-FAA1-4220-8FD5-99823EAE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对象 → 条件 → 方法 →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AF403-7543-4CC5-8F36-A6794A8E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53C95-E699-4357-B33F-8F31EA8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640B3-0691-4FAC-AD4B-636C11F9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57DF0-CDF6-46B1-9CAB-5C755DA8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新情境映射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6D8D3-77B0-47FC-906F-F43F810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保留结构，替换对象与限制条件。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2D60E-32FA-4C37-8BB7-88FF989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436EA-9D28-473D-938C-19FFFBAD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1362274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0d7cf4caf45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66C29-DBA7-4D45-AE6B-7E191B60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78136-DA86-4301-9F7B-55C7E2E6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本章回顾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3BFFE-5B9F-4038-A405-A8CA785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97413-D949-4669-A401-18084654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1D70A-6B7D-48C2-B25A-FC9AF25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让定义、方法、证据和边界重新汇聚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BC33F-4980-4F45-A386-5D68E21C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5B0E0-435E-4AC1-ADB5-5F2D8147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7EB03-8015-4B2F-8730-402CA0F7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BDFE8-2D45-4FD4-B199-386E429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A71DF-DA96-44AB-80A7-2E83E8CA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F8F7D-FAB8-4EE9-A4A3-F09A4C4F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说清对象和条件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8AEB4-6B2E-4F6A-80CD-40D740D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D1540-3E23-4375-B303-0EBBBB9B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5EE24-FB07-4BF1-A1CB-F6526E0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25059-FF45-4DCC-AB02-7B2D87AE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C5023-5551-488D-8522-A0813BA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E9CE9-4FAF-4676-8F90-DB8D4EBD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拆成可检查步骤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5D76F-F469-4514-9936-DC66477B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1CCF3-0107-41AC-AE8D-9166B8BE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4D6DF-DCB5-460C-A1DF-1A72CA0D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26C81-594F-416D-8246-E0ADE165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9288F-FF7C-460F-998D-2BDBEDAF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004A1-A4D7-4E1E-8665-CCA2666E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核验来源与过程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C6099-DF69-4762-A79C-E28F31F8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05D50-F58D-43C9-B26A-2862FD6C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AF5AB-8494-4A2F-8A10-9D06F38C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32BFD-EADB-42F5-921A-DCC7019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0D6B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0D6B1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E045C-BB0D-4A9D-92E9-A0DB1BE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934C5-D868-49E2-BBA7-C0A8AE74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说明何时不适用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5D65C-3023-40D2-A5C7-F867473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EFB5E-214E-49B2-B443-29CB9CE1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67313892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a8e73bbdf4e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9B413-292E-4A51-A714-7DCFCEC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4BEFA-E8C1-4C33-8B23-7E27A3ED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课程收束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38194-A491-4539-B868-5F6C681B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A02F0-D74F-458E-BAF6-13ED4017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1D260-7723-44FD-8E19-34098B3D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带着一个可执行的问题离开课堂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053BD-015A-4E67-BE2D-5BEA541F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66975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96AC2-A020-485B-BC35-C36037A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6A675-C42E-4D49-937C-596A9D8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86206-18B4-470B-AF2F-A281E9CF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离堂问题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C1D76-089E-43D3-875D-0844EB0D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8267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你准备把今天的方法用于哪个真实任务？下一步要收集什么证据？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73121-009D-460F-A4DE-E4B388F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418BC-0F7A-4101-82CB-892BACED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978597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2026-08-10T07:38:49.9900000Z</dcterms:created>
  <dcterms:modified xsi:type="dcterms:W3CDTF">2026-08-10T07:38:49.9900000Z</dcterms:modified>
</coreProperties>
</file>