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4eaa4e0a8f45a0" /><Relationship Type="http://schemas.openxmlformats.org/officeDocument/2006/relationships/extended-properties" Target="/docProps/app.xml" Id="R2dd1a452800d44aa" /><Relationship Type="http://schemas.openxmlformats.org/officeDocument/2006/relationships/officeDocument" Target="/ppt/presentation.xml" Id="R26ef89bd5bbc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f7d8e554741ab"/>
  </p:sldMasterIdLst>
  <p:notesMasterIdLst>
    <p:notesMasterId xmlns:r="http://schemas.openxmlformats.org/officeDocument/2006/relationships" r:id="R1e45135607d246ac"/>
  </p:notesMasterIdLst>
  <p:sldIdLst>
    <p:sldId xmlns:r="http://schemas.openxmlformats.org/officeDocument/2006/relationships" id="256" r:id="R8711a4b8a1154c9e"/>
    <p:sldId xmlns:r="http://schemas.openxmlformats.org/officeDocument/2006/relationships" id="257" r:id="R3a10a0b33314448e"/>
    <p:sldId xmlns:r="http://schemas.openxmlformats.org/officeDocument/2006/relationships" id="258" r:id="R1a2dcb26af16490a"/>
    <p:sldId xmlns:r="http://schemas.openxmlformats.org/officeDocument/2006/relationships" id="259" r:id="Rf5c2b1f3318640f0"/>
    <p:sldId xmlns:r="http://schemas.openxmlformats.org/officeDocument/2006/relationships" id="260" r:id="R385f95c4e8114941"/>
    <p:sldId xmlns:r="http://schemas.openxmlformats.org/officeDocument/2006/relationships" id="261" r:id="Rf87eae8731ee44d3"/>
    <p:sldId xmlns:r="http://schemas.openxmlformats.org/officeDocument/2006/relationships" id="262" r:id="Rf4dee672cd7745cf"/>
    <p:sldId xmlns:r="http://schemas.openxmlformats.org/officeDocument/2006/relationships" id="263" r:id="Rbc4d30301b554647"/>
    <p:sldId xmlns:r="http://schemas.openxmlformats.org/officeDocument/2006/relationships" id="264" r:id="Rb797cf0607ac4c21"/>
    <p:sldId xmlns:r="http://schemas.openxmlformats.org/officeDocument/2006/relationships" id="265" r:id="R6be8beb582b14b86"/>
    <p:sldId xmlns:r="http://schemas.openxmlformats.org/officeDocument/2006/relationships" id="266" r:id="R069842f4bba145c9"/>
    <p:sldId xmlns:r="http://schemas.openxmlformats.org/officeDocument/2006/relationships" id="267" r:id="R9ecbb778a4684f27"/>
    <p:sldId xmlns:r="http://schemas.openxmlformats.org/officeDocument/2006/relationships" id="268" r:id="R86b7400979984211"/>
    <p:sldId xmlns:r="http://schemas.openxmlformats.org/officeDocument/2006/relationships" id="269" r:id="R3d2052f6846d441b"/>
    <p:sldId xmlns:r="http://schemas.openxmlformats.org/officeDocument/2006/relationships" id="270" r:id="R04ca81b6e16246e0"/>
    <p:sldId xmlns:r="http://schemas.openxmlformats.org/officeDocument/2006/relationships" id="271" r:id="Ra566f82e42904752"/>
    <p:sldId xmlns:r="http://schemas.openxmlformats.org/officeDocument/2006/relationships" id="272" r:id="R2dc8d1fb0346409f"/>
    <p:sldId xmlns:r="http://schemas.openxmlformats.org/officeDocument/2006/relationships" id="273" r:id="Rbea8950156ff4a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475d9fe244454" /><Relationship Type="http://schemas.openxmlformats.org/officeDocument/2006/relationships/slideMaster" Target="/ppt/slideMasters/slideMaster1.xml" Id="R742f7d8e554741ab" /><Relationship Type="http://schemas.openxmlformats.org/officeDocument/2006/relationships/notesMaster" Target="/ppt/notesMasters/notesMaster1.xml" Id="R1e45135607d246ac" /><Relationship Type="http://schemas.openxmlformats.org/officeDocument/2006/relationships/presProps" Target="/ppt/presProps.xml" Id="Rbbb3c60dad1e4385" /><Relationship Type="http://schemas.openxmlformats.org/officeDocument/2006/relationships/tableStyles" Target="/ppt/tableStyles.xml" Id="R4a2dba00110b4b0e" /><Relationship Type="http://schemas.openxmlformats.org/officeDocument/2006/relationships/slide" Target="/ppt/slides/slide1.xml" Id="R8711a4b8a1154c9e" /><Relationship Type="http://schemas.openxmlformats.org/officeDocument/2006/relationships/slide" Target="/ppt/slides/slide2.xml" Id="R3a10a0b33314448e" /><Relationship Type="http://schemas.openxmlformats.org/officeDocument/2006/relationships/slide" Target="/ppt/slides/slide3.xml" Id="R1a2dcb26af16490a" /><Relationship Type="http://schemas.openxmlformats.org/officeDocument/2006/relationships/slide" Target="/ppt/slides/slide4.xml" Id="Rf5c2b1f3318640f0" /><Relationship Type="http://schemas.openxmlformats.org/officeDocument/2006/relationships/slide" Target="/ppt/slides/slide5.xml" Id="R385f95c4e8114941" /><Relationship Type="http://schemas.openxmlformats.org/officeDocument/2006/relationships/slide" Target="/ppt/slides/slide6.xml" Id="Rf87eae8731ee44d3" /><Relationship Type="http://schemas.openxmlformats.org/officeDocument/2006/relationships/slide" Target="/ppt/slides/slide7.xml" Id="Rf4dee672cd7745cf" /><Relationship Type="http://schemas.openxmlformats.org/officeDocument/2006/relationships/slide" Target="/ppt/slides/slide8.xml" Id="Rbc4d30301b554647" /><Relationship Type="http://schemas.openxmlformats.org/officeDocument/2006/relationships/slide" Target="/ppt/slides/slide9.xml" Id="Rb797cf0607ac4c21" /><Relationship Type="http://schemas.openxmlformats.org/officeDocument/2006/relationships/slide" Target="/ppt/slides/slide10.xml" Id="R6be8beb582b14b86" /><Relationship Type="http://schemas.openxmlformats.org/officeDocument/2006/relationships/slide" Target="/ppt/slides/slide11.xml" Id="R069842f4bba145c9" /><Relationship Type="http://schemas.openxmlformats.org/officeDocument/2006/relationships/slide" Target="/ppt/slides/slide12.xml" Id="R9ecbb778a4684f27" /><Relationship Type="http://schemas.openxmlformats.org/officeDocument/2006/relationships/slide" Target="/ppt/slides/slide13.xml" Id="R86b7400979984211" /><Relationship Type="http://schemas.openxmlformats.org/officeDocument/2006/relationships/slide" Target="/ppt/slides/slide14.xml" Id="R3d2052f6846d441b" /><Relationship Type="http://schemas.openxmlformats.org/officeDocument/2006/relationships/slide" Target="/ppt/slides/slide15.xml" Id="R04ca81b6e16246e0" /><Relationship Type="http://schemas.openxmlformats.org/officeDocument/2006/relationships/slide" Target="/ppt/slides/slide16.xml" Id="Ra566f82e42904752" /><Relationship Type="http://schemas.openxmlformats.org/officeDocument/2006/relationships/slide" Target="/ppt/slides/slide17.xml" Id="R2dc8d1fb0346409f" /><Relationship Type="http://schemas.openxmlformats.org/officeDocument/2006/relationships/slide" Target="/ppt/slides/slide18.xml" Id="Rbea8950156ff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4e7d9b60740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fe9f494464679" /><Relationship Type="http://schemas.openxmlformats.org/officeDocument/2006/relationships/notesMaster" Target="/ppt/notesMasters/notesMaster1.xml" Id="R1e68a6648f02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98304c5c174a5d" /><Relationship Type="http://schemas.openxmlformats.org/officeDocument/2006/relationships/notesMaster" Target="/ppt/notesMasters/notesMaster1.xml" Id="Ra127c5a7e4a8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c0aedc42641ae" /><Relationship Type="http://schemas.openxmlformats.org/officeDocument/2006/relationships/notesMaster" Target="/ppt/notesMasters/notesMaster1.xml" Id="R8811cbe61da444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962bc5293f4bd1" /><Relationship Type="http://schemas.openxmlformats.org/officeDocument/2006/relationships/notesMaster" Target="/ppt/notesMasters/notesMaster1.xml" Id="Re0b0b0616d63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0b588a8964eac" /><Relationship Type="http://schemas.openxmlformats.org/officeDocument/2006/relationships/notesMaster" Target="/ppt/notesMasters/notesMaster1.xml" Id="R19071555495847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15c5895c04369" /><Relationship Type="http://schemas.openxmlformats.org/officeDocument/2006/relationships/notesMaster" Target="/ppt/notesMasters/notesMaster1.xml" Id="Rae88928d3c3e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8639da17414848" /><Relationship Type="http://schemas.openxmlformats.org/officeDocument/2006/relationships/notesMaster" Target="/ppt/notesMasters/notesMaster1.xml" Id="R5f70f1ef62354c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5b5e519d774e44" /><Relationship Type="http://schemas.openxmlformats.org/officeDocument/2006/relationships/notesMaster" Target="/ppt/notesMasters/notesMaster1.xml" Id="R5a315fb54cf042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8d0320370d49ac" /><Relationship Type="http://schemas.openxmlformats.org/officeDocument/2006/relationships/notesMaster" Target="/ppt/notesMasters/notesMaster1.xml" Id="R1ed6246588db47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3c407bf60041ca" /><Relationship Type="http://schemas.openxmlformats.org/officeDocument/2006/relationships/notesMaster" Target="/ppt/notesMasters/notesMaster1.xml" Id="R465700d29c9e4e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3e3b36089247ba" /><Relationship Type="http://schemas.openxmlformats.org/officeDocument/2006/relationships/notesMaster" Target="/ppt/notesMasters/notesMaster1.xml" Id="Rd1e6ef3aed9547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2583f56d043dd" /><Relationship Type="http://schemas.openxmlformats.org/officeDocument/2006/relationships/notesMaster" Target="/ppt/notesMasters/notesMaster1.xml" Id="Raf15a57f3e1142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b7d8be630b4a0d" /><Relationship Type="http://schemas.openxmlformats.org/officeDocument/2006/relationships/notesMaster" Target="/ppt/notesMasters/notesMaster1.xml" Id="Rcd4eea9a2b1848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604c20551d41d0" /><Relationship Type="http://schemas.openxmlformats.org/officeDocument/2006/relationships/notesMaster" Target="/ppt/notesMasters/notesMaster1.xml" Id="Rccc306547401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b474e36ae946ec" /><Relationship Type="http://schemas.openxmlformats.org/officeDocument/2006/relationships/notesMaster" Target="/ppt/notesMasters/notesMaster1.xml" Id="Rf64679029c6e43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430829cfce4611" /><Relationship Type="http://schemas.openxmlformats.org/officeDocument/2006/relationships/notesMaster" Target="/ppt/notesMasters/notesMaster1.xml" Id="R41744aa1242d44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ddd85db15f43d5" /><Relationship Type="http://schemas.openxmlformats.org/officeDocument/2006/relationships/notesMaster" Target="/ppt/notesMasters/notesMaster1.xml" Id="R1053e2194a654e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b1cfdaee19475f" /><Relationship Type="http://schemas.openxmlformats.org/officeDocument/2006/relationships/notesMaster" Target="/ppt/notesMasters/notesMaster1.xml" Id="R607e56d43f8a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版式说明：网格笔记主题的cover语义页面；背景为无文字图片，文本框、强调线和全部教学文字保持可编辑。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版式说明：网格笔记主题的chapter语义页面；背景为无文字图片，文本框、强调线和全部教学文字保持可编辑。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版式说明：网格笔记主题的evidence语义页面；背景为无文字图片，文本框、强调线和全部教学文字保持可编辑。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版式说明：网格笔记主题的evidence语义页面；背景为无文字图片，文本框、强调线和全部教学文字保持可编辑。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版式说明：网格笔记主题的recap语义页面；背景为无文字图片，文本框、强调线和全部教学文字保持可编辑。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版式说明：网格笔记主题的recap语义页面；背景为无文字图片，文本框、强调线和全部教学文字保持可编辑。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928b717eb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3740ac5984840" /><Relationship Type="http://schemas.openxmlformats.org/officeDocument/2006/relationships/slideLayout" Target="/ppt/slideLayouts/slideLayout1.xml" Id="R3efe8aff9fd44f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e8aff9fd44f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8fdcd641499b" /><Relationship Type="http://schemas.openxmlformats.org/officeDocument/2006/relationships/image" Target="/ppt/media/image.jpeg" Id="R08273b0524e849db" /><Relationship Type="http://schemas.openxmlformats.org/officeDocument/2006/relationships/notesSlide" Target="/ppt/notesSlides/notesSlide1.xml" Id="Rececf8180953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17d4ab84d45f2" /><Relationship Type="http://schemas.openxmlformats.org/officeDocument/2006/relationships/image" Target="/ppt/media/image2.jpeg" Id="Rcd0d54c24cdb43a2" /><Relationship Type="http://schemas.openxmlformats.org/officeDocument/2006/relationships/notesSlide" Target="/ppt/notesSlides/notesSlide2.xml" Id="R4198bf63fefd43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c666d4f1e4dc9" /><Relationship Type="http://schemas.openxmlformats.org/officeDocument/2006/relationships/image" Target="/ppt/media/image3.jpeg" Id="R59aaaffe270e40e4" /><Relationship Type="http://schemas.openxmlformats.org/officeDocument/2006/relationships/notesSlide" Target="/ppt/notesSlides/notesSlide3.xml" Id="R76c6f543bb444b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d7e9b8f14804" /><Relationship Type="http://schemas.openxmlformats.org/officeDocument/2006/relationships/image" Target="/ppt/media/image4.jpeg" Id="Rdd660b04ecef4eaf" /><Relationship Type="http://schemas.openxmlformats.org/officeDocument/2006/relationships/notesSlide" Target="/ppt/notesSlides/notesSlide4.xml" Id="R3d5917ded37c45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e9844eb5e4103" /><Relationship Type="http://schemas.openxmlformats.org/officeDocument/2006/relationships/image" Target="/ppt/media/image5.jpeg" Id="Rc3d4472c26e74ae4" /><Relationship Type="http://schemas.openxmlformats.org/officeDocument/2006/relationships/notesSlide" Target="/ppt/notesSlides/notesSlide5.xml" Id="R3b02fb9b31c1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c2e0255744351" /><Relationship Type="http://schemas.openxmlformats.org/officeDocument/2006/relationships/image" Target="/ppt/media/image6.jpeg" Id="Re4338d9f48664ec8" /><Relationship Type="http://schemas.openxmlformats.org/officeDocument/2006/relationships/notesSlide" Target="/ppt/notesSlides/notesSlide6.xml" Id="R03a97c9a77af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731f8a544745" /><Relationship Type="http://schemas.openxmlformats.org/officeDocument/2006/relationships/image" Target="/ppt/media/image7.jpeg" Id="Raf365acf4c9b40fa" /><Relationship Type="http://schemas.openxmlformats.org/officeDocument/2006/relationships/notesSlide" Target="/ppt/notesSlides/notesSlide7.xml" Id="Rabd9a4313d04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b37a261d645e5" /><Relationship Type="http://schemas.openxmlformats.org/officeDocument/2006/relationships/image" Target="/ppt/media/image8.jpeg" Id="R21ac54934a414128" /><Relationship Type="http://schemas.openxmlformats.org/officeDocument/2006/relationships/notesSlide" Target="/ppt/notesSlides/notesSlide8.xml" Id="Re56ddb31016f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941bfd095417a" /><Relationship Type="http://schemas.openxmlformats.org/officeDocument/2006/relationships/image" Target="/ppt/media/image9.jpeg" Id="Rbe1dcbb76d3f4303" /><Relationship Type="http://schemas.openxmlformats.org/officeDocument/2006/relationships/notesSlide" Target="/ppt/notesSlides/notesSlide9.xml" Id="Ra6778ac2c3f745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44cd61bae4b69" /><Relationship Type="http://schemas.openxmlformats.org/officeDocument/2006/relationships/image" Target="/ppt/media/image10.jpeg" Id="R12e4fe0b59ae4e82" /><Relationship Type="http://schemas.openxmlformats.org/officeDocument/2006/relationships/notesSlide" Target="/ppt/notesSlides/notesSlide10.xml" Id="R007ef1b03c1644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1c336aa02479b" /><Relationship Type="http://schemas.openxmlformats.org/officeDocument/2006/relationships/image" Target="/ppt/media/image11.jpeg" Id="Rca4eb2dabb6f427c" /><Relationship Type="http://schemas.openxmlformats.org/officeDocument/2006/relationships/notesSlide" Target="/ppt/notesSlides/notesSlide11.xml" Id="R5e5d23b0b920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947d0b494169" /><Relationship Type="http://schemas.openxmlformats.org/officeDocument/2006/relationships/image" Target="/ppt/media/image12.jpeg" Id="R80e053018f004299" /><Relationship Type="http://schemas.openxmlformats.org/officeDocument/2006/relationships/notesSlide" Target="/ppt/notesSlides/notesSlide12.xml" Id="Ra6c863417776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7e9092ae94d0d" /><Relationship Type="http://schemas.openxmlformats.org/officeDocument/2006/relationships/image" Target="/ppt/media/image13.jpeg" Id="Rbc94965130114b93" /><Relationship Type="http://schemas.openxmlformats.org/officeDocument/2006/relationships/notesSlide" Target="/ppt/notesSlides/notesSlide13.xml" Id="R49eca4dd85e540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8d9bcd2b24205" /><Relationship Type="http://schemas.openxmlformats.org/officeDocument/2006/relationships/image" Target="/ppt/media/image14.jpeg" Id="R1cbc85d651594619" /><Relationship Type="http://schemas.openxmlformats.org/officeDocument/2006/relationships/notesSlide" Target="/ppt/notesSlides/notesSlide14.xml" Id="R624727c67cbf4e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7f625dd8144d9" /><Relationship Type="http://schemas.openxmlformats.org/officeDocument/2006/relationships/image" Target="/ppt/media/image15.jpeg" Id="R13eff22c85ac42b4" /><Relationship Type="http://schemas.openxmlformats.org/officeDocument/2006/relationships/notesSlide" Target="/ppt/notesSlides/notesSlide15.xml" Id="R03575bce59654b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cb9dda8794732" /><Relationship Type="http://schemas.openxmlformats.org/officeDocument/2006/relationships/image" Target="/ppt/media/image16.jpeg" Id="R750282c400b84c69" /><Relationship Type="http://schemas.openxmlformats.org/officeDocument/2006/relationships/notesSlide" Target="/ppt/notesSlides/notesSlide16.xml" Id="Rb95394843ff249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852765004896" /><Relationship Type="http://schemas.openxmlformats.org/officeDocument/2006/relationships/image" Target="/ppt/media/image17.jpeg" Id="R9b2af8710a614b09" /><Relationship Type="http://schemas.openxmlformats.org/officeDocument/2006/relationships/notesSlide" Target="/ppt/notesSlides/notesSlide17.xml" Id="R7215becd345040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653863674715" /><Relationship Type="http://schemas.openxmlformats.org/officeDocument/2006/relationships/image" Target="/ppt/media/image18.jpeg" Id="R6dcf454d76cb40c1" /><Relationship Type="http://schemas.openxmlformats.org/officeDocument/2006/relationships/notesSlide" Target="/ppt/notesSlides/notesSlide18.xml" Id="Rae040fbc7a3040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73b0524e849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2346F-4B43-4655-BFB1-AC30B59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B957D-B919-43EE-AC94-BF9346D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EA406-3E9F-43AC-91D6-4E195A4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8C1ED-205B-4F50-8E7A-074D691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A101C-3C74-4618-AE63-4E2D9821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3942460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d54c24cdb43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48E3-E4DF-4440-B867-CABAC59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FC61E-AD43-489D-9D1A-50DE5BD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35293-2A4B-4E86-9B57-6BAC01D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214DA-7510-4FD1-B0F6-255FEA2D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161E3-AA26-4BB0-A76C-CE1A92D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DA736-83A7-4EB6-93B7-4D8F6A13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25499-A68A-43D2-8790-336E143F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18551-A784-4561-AA4E-A11C9B0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A8F87-C655-453A-BBE2-043A2EDD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9EC65-40FC-45E1-BC55-B56F466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44364-E9AF-4193-8EEF-2199899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E0490-E590-4F24-8F2D-3197D7F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EA64B-4018-4C3D-8752-159477E0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724A0-9657-43C4-AF7F-C05A218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BEDCC-9615-49BE-BD73-605D76E4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BDDC8-CE37-4583-B1EA-D0FB126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35423-F11A-4B59-A748-745F665C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48ABA-7F94-4D0D-BEEB-B9485B1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8F826-7D5C-4116-8F0F-9DFFA64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55CD1-A4D3-4BA9-858E-F77A2C55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0E713-F990-409D-B37C-F4409A6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B8F87-8175-492D-B5CC-C0088CF0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2403D-D2D8-435B-B78D-C2858B8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68EFD-CDC7-494B-968D-FAEAC52A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FBE51-9E14-47EC-998F-0B945572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E036A7-71FE-4BEE-842B-01AFAA2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79C74-8A88-41CC-8000-C9687F99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1EC68-A82A-4DB8-AC08-957F819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D80D3-6437-42E2-A0FD-4165374F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80E3C-E0AC-428E-8AA0-861C349C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EBFB7-A272-419F-B479-DD863EE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4F41E-BECA-4F5E-BA01-E198BFC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7659C2-FFF4-42F9-9118-6AA50801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39C62-6A9E-41FB-8A38-2EA7CF72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B5BE7-C8F2-4FA8-8379-B4B0D36A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8F8CF-661C-4DD9-A537-927486F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9152ED-D708-4A8A-9B88-B9D640D5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1039936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aaffe270e40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C5378-BE74-4273-93F2-B21E643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ECC6F-9BB0-4617-8E89-F99F779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E93D-4075-4F94-AF4C-1BC1B33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02E78-9127-4AFB-ADAF-2639D305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A9446-1345-41A6-AB17-2E10867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8223923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60b04ecef4e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5C3D5-7556-4E52-A928-FF0A9A7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72242-79B3-4A4A-A6CD-A4188F9A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BB6AB-E0A9-42C0-AE95-0E2FC53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B80D8-098B-42A8-91C4-BE7CD2E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4DA5D-7EC6-40D9-8AA5-607D1E3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45582-6DB8-473B-988B-02B0A96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281AA-2DC3-47C7-B8EE-D056723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2E3A8-C2D7-4507-8579-F4DCFC85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98C8F-0E12-47D5-9A36-8AB3DFD6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040B6-CB9B-4850-AE3E-C677E7D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03D4-7390-4DCB-B924-FE72468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39780-0983-4AF3-A88E-7BEF727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4FB63-F000-4419-92ED-EBB75C6C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1FAAB-A7C3-45A4-9B80-5147D78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83E4C-FB22-4710-BAD9-5AA177B9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F9A67-012E-4C31-BB49-8746E3D9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6E8E1-0A97-45CF-AF86-753396A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1EB92-33BF-4E66-95AC-0A11625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C3DAC-F461-4F6A-897D-7E95AD71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814E4-3F59-4C49-8E6D-D0F28E20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2619A-3245-4D0C-B6F5-7E05B56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ACDD3-B88B-43D8-8C51-F8CBAE4C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37D07-4587-465C-A2F4-6BDDEF3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66735-EF53-4EBE-B273-7C6528CD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CD88E-96D9-4D43-B328-954E621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2092219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472c26e74a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0C4F8-ECFB-4122-8FAD-CBBAEC63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F116-C344-4617-B306-AC7FAE57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70DEE-4489-4BB0-BDE5-A4327C5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895E5-B203-4FA6-A01C-11BD4C3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8A8AA-9B49-4CB1-843C-8C566BF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59274-3E74-42E9-A176-86051E6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48A6E-D094-4586-9FF5-B9833821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E06C8-A63D-4814-8FB0-C7D9A2A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63129-4CCA-474C-B882-3ADFE9AB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3845D-9A12-4990-9CFE-AFBC565A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AFC50-2B09-4F15-B7E7-EB75111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40C18-0E3D-44B2-B6ED-4E57543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5D970-528B-4D52-A4A4-CB73FE3D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79023-21BA-4253-86EA-B563F46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48B40-EEFD-4991-B98D-89AAD1B1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9D9A6-E2DE-463A-8F04-9D8FB575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E7CD3-E9D8-4C27-A73D-AA94E85A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462B7-0128-45BC-B886-3E709BC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7EAAF-F91C-4690-9680-52B796D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E72C8-FD0A-4402-BB48-6A5DF4A5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4D308-274F-40D4-AB5F-C587546D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7344C-8814-470B-BABF-041DA9B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86E93-E080-4BAF-8412-70804A75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1089D-9BBC-4756-91A1-8BAC96F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44144-DA4A-4760-B2EF-A9E2C9F5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6642174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38d9f48664e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67FD2-FD09-4C1A-8DCC-8733CB3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A42DF-4478-4D36-8A7A-084FB4A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9EE54-28DF-4FBE-A585-DD5EC65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728B2-DA0E-4A40-B0F4-C9F35A45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B37E5-AAD9-4A7F-8A77-F2D1E6DE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A330-B826-4857-9622-452C0634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61E9F-EADA-4DDB-8F0C-4652CCB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3E83-8791-4090-A4AB-0BE64D8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B3731-377E-48E8-8DCA-4EC6499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B6032-39EE-464D-98D8-7DDF11A4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277FB-4C4D-459F-9C0F-0EC07C10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02150-7086-488F-91C8-14F4D09B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DD8CF-B93B-47A9-A458-5FDE9824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C317E-D694-46EE-B7AC-1A9C936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F0BBD-F06F-4121-B633-D3051A8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FA95C-1FD4-4DDE-B75B-A8F37112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CC584-4109-4CDB-B27B-3694907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66E75-6D6B-4D6F-B735-71FBACE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7E03B-435D-422A-8AB7-C96817E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3F287-50B6-4122-BA98-D6A47F0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AD758-629C-4FE1-B902-AC9DE64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6E532-7908-4A11-9CAB-E1E4B4E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1743663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65acf4c9b40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D2D68-74F5-49BA-ADED-869BBC8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659F3-D12D-4CCF-A27B-56E835EF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69C59-4632-4264-9EE8-885E47F4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FBB3F-6A36-450C-9D37-065E67D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453E7-50A3-444D-8862-C6629719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A83BC-D0E8-43D3-B396-CE1381E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EF76D-E3AC-4DDD-A062-B2076FF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7D474-F29F-412D-966C-CB5D1D53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1E8AA-1854-405A-B848-523D5F24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19EE3-8135-4EB6-8946-FE31BF8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2AD31-FD38-42E2-9546-C429B32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6568D-F1AD-43EA-9E55-61D5D93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60A3A-54F2-486E-A65E-8698416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D717F-7BF5-45FC-8B36-F138820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334B2-6B24-4D54-A376-024D6A5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25113-266F-489A-88BD-2CDC5AD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A677C-F966-46DD-AF93-D6E19D1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825216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c54934a4141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5FF24-1C92-4598-9035-4A56BC83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01FA-78DE-4BCE-AC63-F85DAEF8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6D3AF-3880-47AA-8D0D-54755AA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02DEF-2401-4F54-9AF1-82B805E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AE6DB-DBFD-4E8E-A39C-3B2601B3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98506-4930-45D3-83E9-3DDF6215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8DA1B-9735-46A2-A8D1-F6DE641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3E88-1752-4C4F-A0A3-46FC80C4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B2E6-2B41-4A81-8005-2A4BE91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4BC79-0C5E-4139-8501-3A6D18AF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54DCE-1108-43A2-8D2E-52A33240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E9804-C264-4A82-8277-BC1D562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67D2B-4493-4131-B6B6-20F4DDC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0F123-4274-4E34-A313-52042AF4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71B43-E438-4F66-A32E-49AAAA75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AC072-95E8-4410-8C15-5FFC5AB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F54C9-9C12-4DE1-912D-28ACFEC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E0CE6-FE7A-4FBB-B986-C4BDCE2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462F9-55A4-459E-853D-AE8C4517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DDE55-B038-4655-ABC1-71D29EC7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383A3-9E14-405A-9ABB-609E072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0DAC8-65BA-4E14-8EAF-BECE08C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0C0EA-FC5E-4202-BCD3-05CD433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F7CE3-1E29-4DE1-98EB-43922362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05E10-DC55-4E07-8E0D-720845C0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86ACB-3FF4-4ABA-A1BD-607A06A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D88201-1816-404F-A967-BEB0CB8C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482C7-90E1-4F98-9F9F-9E511B3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2A66C-6F65-44B7-AF4F-A40336B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AE88B-53F0-4517-8867-DDE6FDC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657BB-23AA-491A-866A-DD02F20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9370258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dcbb76d3f43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C45B-65B7-46BD-8B18-DA7A1AA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BB883-6171-409A-905E-76B11570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8E203-CDF8-4B76-B05F-75059261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373C-5ABA-4AF1-80A3-250509D2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C0BF3-CBB8-447C-B642-C6AB661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EC65-A78D-46F1-B002-65B62455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8313-5588-49D4-A04B-8E27C0BB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AF87-EDF2-47F1-89FA-2A199F17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C7053-2E88-4A28-8061-91F1326A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72132-0E48-49B1-BAB7-223A9043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9CBF-D1C5-41BF-93C8-F536452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2D972-5040-421E-A72D-E34D84B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E1346-B035-47AE-A2DF-A47F99D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7FB28-2CF8-42A9-931C-A066814F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10974-DBAA-4A26-9D3B-E227916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8FB23-D1F1-4EC6-B52A-6D0D292A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00BD0-4C57-4DCF-8B3D-1619F21B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CB2D3-33D6-4D4C-9A77-21F2629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1D3E9-7839-401C-A912-386A84CE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7F909-2620-4FA6-86B8-ED9A2C32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E5C04-439C-4757-A125-6414A7BD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53636-5A3B-4B21-B53A-11FD0FB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6186751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4fe0b59ae4e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8323-B045-415B-9E26-FBFFEAE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9147C-C110-4268-AA37-201DBB4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315E-2CBB-42D5-8641-20DF04C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B8726-EDE7-4965-A784-2AF6292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A39E0-A0A8-4F7D-9D6C-4DBCDA7A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2B7DB-2312-47FA-9EC3-557A720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B11E0-88A2-42F9-B9C8-E56F2CB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6A24A-C105-44DA-9F5A-54F3D671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D7E8-8484-4F33-88EF-280E39B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2B258-A8BA-4C13-BBFF-A3D176D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AB8C0-05B1-4C7A-81AA-7806F0AB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5EB83-1D44-459E-A167-53D5DB5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CC1B6-5637-4D13-935C-FA31CA0E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7AB3D-54CF-4C63-8019-D3279D33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543C0-F47F-4DB9-97CE-8165116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E78C3-3F67-45FB-8401-A9FD441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E4460-3A8A-4B3A-A533-5BD3F3C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5703192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eb2dabb6f42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FA81D-E27B-4ECD-A501-3CB3B9B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D4A4B-CCFD-4C64-BB8B-C60A832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C0112-8841-427F-A3C7-FB05D14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81A97-881F-43EC-B0CB-7A18B1D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BBEA3-1C9D-4448-ABF8-1CE6CF9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450B1-5B2B-4622-B23F-DFD81BE2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547A-AA68-43CD-A249-1DFFCAD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53D38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A70B6-7ECD-45FA-87EC-BE8DD68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A2FA2-F759-456F-8DF9-7E191B6C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80846-10D6-493E-8489-D044141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D477-8380-4B4E-B7DF-A984EFF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AA243-030B-4506-B440-3FF61EB0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422471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053018f0042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6DA47-5575-4452-AA38-46B1F31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8FAC1-5D51-4DC5-A3F4-7E0C680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9638-80C6-44F7-8E93-A6F213BC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3364F-3F40-4E8D-97BF-237DB9C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C40E5-3062-4A2B-A9D6-967BCC9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A8045-49AD-4261-950D-C531D01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4ABC5-9C32-43BF-A5D3-EAA1367D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50EEB-5EBE-4656-887B-B163F50B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254A5-E203-4894-93E3-FDA2542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E8DCC-EC40-4C14-A573-03389B2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E920C-80F6-4F1B-8944-A6DE331C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0E99E-8176-4517-BC9A-E8CA26C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53D38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10403-1AFB-4C92-BE33-F8AA912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4576F-118C-4139-849C-A5E5B986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588D8-05E1-48A7-AD10-601BDFA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3540A-7E89-41BF-8A11-3F8FDA70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075AF-E3BC-48C3-AB11-EAD0430F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D74A0-1CCD-4802-B3FD-9F3D2A3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ADAB1-CE55-4D98-AA94-9B8F14EC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2C617-1807-4623-8485-7D11031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586DB-F310-469D-995E-E4ACB48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A7AB4-9F7B-4887-AF11-508ECA6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959558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4965130114b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FEE68-ED4E-48C7-B741-829E6624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8F266-E3EA-47B4-B2FD-9DF2C327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F3815-F704-4DA1-9C12-6D38D4A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A904F-9C86-40C4-9B88-7BAE4674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82578-F84C-4E50-AFCD-F6C3E2A9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3215D-C429-4584-BB13-54A097F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D428-7C96-46F1-AF6E-A9E65FC4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408BA-F051-4131-B80E-F892BD6B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C353E-25A6-4F96-AC37-1C8D99C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A5462-EF68-4B43-9431-91048E4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B53D2-AD9E-4C74-8DA1-78C2E33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C2DAA-50AA-42A4-95E1-7DA5F75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20466442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c85d6515946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7B9F0-A597-4764-88AC-68A6C4E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2DD6D-86ED-4026-B7AA-AC8923CE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CFDC9-C67E-4DEA-84C7-F0A928F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A7CC6-9148-408D-A732-00B107C2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E4BF9-79C3-406B-A732-4CBFDB8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07F1E-305E-415B-A4F6-A7A2C19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09518-A87B-48CE-8072-393433D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A2F7D-8125-4066-8C92-B17946F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7F69-CAE9-4DCF-A027-EC470ED9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56534-EA9F-451E-B1A6-3F3C1AD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08C6C-E4B2-4595-8972-4C8335FF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FCC5C-A9CF-47AC-A46C-C1DBFCCB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20952-F70D-464E-B0B5-A4BDC763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84526-14CE-42FD-80AF-59C1185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0DA4F-7D14-4FA3-A99A-3F70E2B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D7134-3EA5-430F-9BE6-25D6A30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161B1-3AB8-4F1B-825C-BEFA4A9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8324533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ff22c85ac42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A23CB-84C7-4F4E-A7CD-7229D77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0A055-65DB-414F-A7AC-0BC2C5A9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F98B2-00AA-46BD-B84E-06A8748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D9298-0DC4-4113-BC7C-D6DAB619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2169A-0D77-4CA3-BD40-3877AB2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A8993-2375-4DC3-B7B6-AB5F279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92EF2-2515-4B38-9C2A-B1C7DB5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42D58-9F1B-46BF-A018-FE7C5132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4563-5A16-410C-90F6-399D85B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D104E-8324-4700-94F9-91C116E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34E1C-F00C-4B6B-8A71-70AA7B7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FDED2-4042-48B3-AEB0-1F57B7DE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3DEB2-D606-4089-A5EF-9D1F7A93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5F781-6517-4762-849B-8382FA3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6F11A-1215-47A7-9470-3093FAFA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1F344-BC87-4DA3-9DFA-2154786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501AF-AE92-44C6-BD52-822EDAF0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573635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282c400b84c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455E0-FEA8-4EE5-AA6A-9291520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73AC6-E522-4491-9C46-A166B90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7E082-6E85-4DB9-8A4D-F7B524AD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4C6A7-925B-4AD1-AED0-232A0CB2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E8591-84F9-4301-A5CF-2ECE2AE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8C326-61DE-4435-A254-F05A4600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EE27A-01F7-4DD2-98B5-68FA85A6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DD675-608C-4A56-ABB1-B173941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EFDFA-C04C-49D9-9E81-8310D0C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B066F-A7FA-4B8B-A2C5-B8D73D0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01DD8-A28E-4E47-9BC0-4F789D0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D9BB5-8618-42AC-A874-8C00070D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BEF81-F4D3-4101-BB3C-83E1EF5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10CE8-AD67-465C-91CF-7DA6556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17D09-7FE1-4776-A5B4-ADBC84D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742C2-218E-49E8-B42F-D02A00A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6571B-9AD6-4615-8B67-A67C559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8929913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af8710a614b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5F720-C4FA-4600-9C12-AE54709B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3A002-A184-4F16-8F97-93BF02A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7B22-460E-4613-9DC4-46506435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90B3C-412F-4A15-A14D-79F6A677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62B96-66AB-4D81-A2AF-70F0965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A2CBC-72EF-4EFA-BA3F-6F39723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0BFBE-D464-44A7-8A33-17876F68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6542C-F577-4520-BE80-1E1F79B2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CFA0A-0404-4AEB-9E78-08044AAD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8353B-07C5-4938-AC0E-5A399ADF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4F747-5145-4B97-896F-98174F57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BADF7-91CB-4A18-8EB0-22C1B18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BEB0-802B-4D52-AFE6-2BE854E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01815-3F56-441C-87BC-880DD5BC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E7A42-75D8-475B-9522-941BD57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8BBB8-DF35-4DD6-9EF5-3191638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CAB8D-C54A-49CE-B912-A21BEE79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3EA2A-AB95-4746-B2E7-2BFC41D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53325-1513-49DC-ADFD-D2CB9620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8A79E-6B05-41AF-B299-4E43C34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1AC48-A04B-41DD-B2E7-9210BD83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DD4E3-6532-44CC-9196-4B16D0C3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8F80C-3E63-4A73-9C4C-8AABEF1A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E8C09-E7C4-44FD-9ADD-AFD19CE1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46A7E-9476-4CE8-8280-AA4993C7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6E023-6155-4642-9A6F-E002ABF7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07B8A-04D6-49A4-A1F7-33420CBD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48B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48B5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033BD-7A66-4B8F-9888-B19CD4D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5B876-4AF0-40AF-BEB1-AFFEAD7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BC489-C66C-438D-A0A4-B5D749B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9E8C8-0B87-450E-BD8A-C39E364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1143335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f454d76cb40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437D3-1CD8-40AF-BD7D-E50B21D8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1E92-A741-4112-9ED4-27C2D847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7727D-D1D6-4BD6-BF40-016BD831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CB2AC-AFDA-462F-B863-6D93216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A10EC-ED6C-476F-9594-D67BC8BB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69FDC-5E63-4424-BAD1-9C46316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CF96E-1AB5-4D30-ACB2-E72BEA1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59876-731A-479E-A71E-E401FF96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5AB7F-E9DC-4757-BEA0-F213BE4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8D0C9-0B7A-4EC2-B9DC-6C0D07F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099FB-AB0C-4D20-BDC1-2487DBA3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C102B-EC37-4BB5-B8E6-8A4F3B9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077540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2026-08-10T07:38:45.7240000Z</dcterms:created>
  <dcterms:modified xsi:type="dcterms:W3CDTF">2026-08-10T07:38:45.7240000Z</dcterms:modified>
</coreProperties>
</file>