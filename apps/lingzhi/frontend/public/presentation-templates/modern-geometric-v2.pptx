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de583fa7d54f67" /><Relationship Type="http://schemas.openxmlformats.org/officeDocument/2006/relationships/extended-properties" Target="/docProps/app.xml" Id="R9961a6a74f45481d" /><Relationship Type="http://schemas.openxmlformats.org/officeDocument/2006/relationships/officeDocument" Target="/ppt/presentation.xml" Id="Re6616efc504445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8cd6d1db2a4543"/>
  </p:sldMasterIdLst>
  <p:notesMasterIdLst>
    <p:notesMasterId xmlns:r="http://schemas.openxmlformats.org/officeDocument/2006/relationships" r:id="R347103fc6b044994"/>
  </p:notesMasterIdLst>
  <p:sldIdLst>
    <p:sldId xmlns:r="http://schemas.openxmlformats.org/officeDocument/2006/relationships" id="256" r:id="Rc873a847553c4d59"/>
    <p:sldId xmlns:r="http://schemas.openxmlformats.org/officeDocument/2006/relationships" id="257" r:id="R10ac38a823704ae0"/>
    <p:sldId xmlns:r="http://schemas.openxmlformats.org/officeDocument/2006/relationships" id="258" r:id="R444c1fe94cf24d34"/>
    <p:sldId xmlns:r="http://schemas.openxmlformats.org/officeDocument/2006/relationships" id="259" r:id="R64403b6f8084454d"/>
    <p:sldId xmlns:r="http://schemas.openxmlformats.org/officeDocument/2006/relationships" id="260" r:id="Ra21e6b60cad64cbe"/>
    <p:sldId xmlns:r="http://schemas.openxmlformats.org/officeDocument/2006/relationships" id="261" r:id="Re90c6848a0bd4545"/>
    <p:sldId xmlns:r="http://schemas.openxmlformats.org/officeDocument/2006/relationships" id="262" r:id="R0ccad27b321d4483"/>
    <p:sldId xmlns:r="http://schemas.openxmlformats.org/officeDocument/2006/relationships" id="263" r:id="R179123cab12e4922"/>
    <p:sldId xmlns:r="http://schemas.openxmlformats.org/officeDocument/2006/relationships" id="264" r:id="R81d5c356f789424f"/>
    <p:sldId xmlns:r="http://schemas.openxmlformats.org/officeDocument/2006/relationships" id="265" r:id="R22b8e4cbe4a14dd1"/>
    <p:sldId xmlns:r="http://schemas.openxmlformats.org/officeDocument/2006/relationships" id="266" r:id="R1af1bcbfcfde4e66"/>
    <p:sldId xmlns:r="http://schemas.openxmlformats.org/officeDocument/2006/relationships" id="267" r:id="Ra47a1430e1834848"/>
    <p:sldId xmlns:r="http://schemas.openxmlformats.org/officeDocument/2006/relationships" id="268" r:id="Rf23a0c3b3c1942f4"/>
    <p:sldId xmlns:r="http://schemas.openxmlformats.org/officeDocument/2006/relationships" id="269" r:id="R9d70c412f4f6484f"/>
    <p:sldId xmlns:r="http://schemas.openxmlformats.org/officeDocument/2006/relationships" id="270" r:id="R66a2a0fc622b4b18"/>
    <p:sldId xmlns:r="http://schemas.openxmlformats.org/officeDocument/2006/relationships" id="271" r:id="R35bd3fa7e8c143b2"/>
    <p:sldId xmlns:r="http://schemas.openxmlformats.org/officeDocument/2006/relationships" id="272" r:id="R3351327a59d24419"/>
    <p:sldId xmlns:r="http://schemas.openxmlformats.org/officeDocument/2006/relationships" id="273" r:id="R2f5cbec1bd5f42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371ad593344c9" /><Relationship Type="http://schemas.openxmlformats.org/officeDocument/2006/relationships/slideMaster" Target="/ppt/slideMasters/slideMaster1.xml" Id="Rea8cd6d1db2a4543" /><Relationship Type="http://schemas.openxmlformats.org/officeDocument/2006/relationships/notesMaster" Target="/ppt/notesMasters/notesMaster1.xml" Id="R347103fc6b044994" /><Relationship Type="http://schemas.openxmlformats.org/officeDocument/2006/relationships/presProps" Target="/ppt/presProps.xml" Id="Rd3522ee736554795" /><Relationship Type="http://schemas.openxmlformats.org/officeDocument/2006/relationships/tableStyles" Target="/ppt/tableStyles.xml" Id="Re969fb8e4aae4284" /><Relationship Type="http://schemas.openxmlformats.org/officeDocument/2006/relationships/slide" Target="/ppt/slides/slide1.xml" Id="Rc873a847553c4d59" /><Relationship Type="http://schemas.openxmlformats.org/officeDocument/2006/relationships/slide" Target="/ppt/slides/slide2.xml" Id="R10ac38a823704ae0" /><Relationship Type="http://schemas.openxmlformats.org/officeDocument/2006/relationships/slide" Target="/ppt/slides/slide3.xml" Id="R444c1fe94cf24d34" /><Relationship Type="http://schemas.openxmlformats.org/officeDocument/2006/relationships/slide" Target="/ppt/slides/slide4.xml" Id="R64403b6f8084454d" /><Relationship Type="http://schemas.openxmlformats.org/officeDocument/2006/relationships/slide" Target="/ppt/slides/slide5.xml" Id="Ra21e6b60cad64cbe" /><Relationship Type="http://schemas.openxmlformats.org/officeDocument/2006/relationships/slide" Target="/ppt/slides/slide6.xml" Id="Re90c6848a0bd4545" /><Relationship Type="http://schemas.openxmlformats.org/officeDocument/2006/relationships/slide" Target="/ppt/slides/slide7.xml" Id="R0ccad27b321d4483" /><Relationship Type="http://schemas.openxmlformats.org/officeDocument/2006/relationships/slide" Target="/ppt/slides/slide8.xml" Id="R179123cab12e4922" /><Relationship Type="http://schemas.openxmlformats.org/officeDocument/2006/relationships/slide" Target="/ppt/slides/slide9.xml" Id="R81d5c356f789424f" /><Relationship Type="http://schemas.openxmlformats.org/officeDocument/2006/relationships/slide" Target="/ppt/slides/slide10.xml" Id="R22b8e4cbe4a14dd1" /><Relationship Type="http://schemas.openxmlformats.org/officeDocument/2006/relationships/slide" Target="/ppt/slides/slide11.xml" Id="R1af1bcbfcfde4e66" /><Relationship Type="http://schemas.openxmlformats.org/officeDocument/2006/relationships/slide" Target="/ppt/slides/slide12.xml" Id="Ra47a1430e1834848" /><Relationship Type="http://schemas.openxmlformats.org/officeDocument/2006/relationships/slide" Target="/ppt/slides/slide13.xml" Id="Rf23a0c3b3c1942f4" /><Relationship Type="http://schemas.openxmlformats.org/officeDocument/2006/relationships/slide" Target="/ppt/slides/slide14.xml" Id="R9d70c412f4f6484f" /><Relationship Type="http://schemas.openxmlformats.org/officeDocument/2006/relationships/slide" Target="/ppt/slides/slide15.xml" Id="R66a2a0fc622b4b18" /><Relationship Type="http://schemas.openxmlformats.org/officeDocument/2006/relationships/slide" Target="/ppt/slides/slide16.xml" Id="R35bd3fa7e8c143b2" /><Relationship Type="http://schemas.openxmlformats.org/officeDocument/2006/relationships/slide" Target="/ppt/slides/slide17.xml" Id="R3351327a59d24419" /><Relationship Type="http://schemas.openxmlformats.org/officeDocument/2006/relationships/slide" Target="/ppt/slides/slide18.xml" Id="R2f5cbec1bd5f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856346ec2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dc72806a248eb" /><Relationship Type="http://schemas.openxmlformats.org/officeDocument/2006/relationships/notesMaster" Target="/ppt/notesMasters/notesMaster1.xml" Id="R5fb313ebeffb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e5536b531b4a94" /><Relationship Type="http://schemas.openxmlformats.org/officeDocument/2006/relationships/notesMaster" Target="/ppt/notesMasters/notesMaster1.xml" Id="R251cb661075849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7c95c61c245f3" /><Relationship Type="http://schemas.openxmlformats.org/officeDocument/2006/relationships/notesMaster" Target="/ppt/notesMasters/notesMaster1.xml" Id="Rd844cd784d8f44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9f163be8d4414" /><Relationship Type="http://schemas.openxmlformats.org/officeDocument/2006/relationships/notesMaster" Target="/ppt/notesMasters/notesMaster1.xml" Id="R4c151b0381374e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7fe8e11bb4597" /><Relationship Type="http://schemas.openxmlformats.org/officeDocument/2006/relationships/notesMaster" Target="/ppt/notesMasters/notesMaster1.xml" Id="R9b8c3ac4320a4e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f4707bddf84c42" /><Relationship Type="http://schemas.openxmlformats.org/officeDocument/2006/relationships/notesMaster" Target="/ppt/notesMasters/notesMaster1.xml" Id="R03c6808ce677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f32ca78b5b4b67" /><Relationship Type="http://schemas.openxmlformats.org/officeDocument/2006/relationships/notesMaster" Target="/ppt/notesMasters/notesMaster1.xml" Id="R8a6b2d4de77341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f45baba23c44b6" /><Relationship Type="http://schemas.openxmlformats.org/officeDocument/2006/relationships/notesMaster" Target="/ppt/notesMasters/notesMaster1.xml" Id="R501f2e3f3faa4b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61e6dc82b0433d" /><Relationship Type="http://schemas.openxmlformats.org/officeDocument/2006/relationships/notesMaster" Target="/ppt/notesMasters/notesMaster1.xml" Id="R45c9bcf0f64442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76c45093134e5c" /><Relationship Type="http://schemas.openxmlformats.org/officeDocument/2006/relationships/notesMaster" Target="/ppt/notesMasters/notesMaster1.xml" Id="R48ceacdf286647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78f1a7bb7347c1" /><Relationship Type="http://schemas.openxmlformats.org/officeDocument/2006/relationships/notesMaster" Target="/ppt/notesMasters/notesMaster1.xml" Id="Rb654854fb72943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71de5bbb4d4a7f" /><Relationship Type="http://schemas.openxmlformats.org/officeDocument/2006/relationships/notesMaster" Target="/ppt/notesMasters/notesMaster1.xml" Id="Ra0c6556a4de74d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a7f2fe358b4711" /><Relationship Type="http://schemas.openxmlformats.org/officeDocument/2006/relationships/notesMaster" Target="/ppt/notesMasters/notesMaster1.xml" Id="R33dd52da8d094e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e7c42352684983" /><Relationship Type="http://schemas.openxmlformats.org/officeDocument/2006/relationships/notesMaster" Target="/ppt/notesMasters/notesMaster1.xml" Id="R6fd9da7f98c149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60368cc23a40cc" /><Relationship Type="http://schemas.openxmlformats.org/officeDocument/2006/relationships/notesMaster" Target="/ppt/notesMasters/notesMaster1.xml" Id="Rb909592163c247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e62804493b49e0" /><Relationship Type="http://schemas.openxmlformats.org/officeDocument/2006/relationships/notesMaster" Target="/ppt/notesMasters/notesMaster1.xml" Id="R58005611070a47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cde217fa894ec9" /><Relationship Type="http://schemas.openxmlformats.org/officeDocument/2006/relationships/notesMaster" Target="/ppt/notesMasters/notesMaster1.xml" Id="R6be7d6e3a2d04d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5c2cd0a8474849" /><Relationship Type="http://schemas.openxmlformats.org/officeDocument/2006/relationships/notesMaster" Target="/ppt/notesMasters/notesMaster1.xml" Id="Rc173c732236d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版式说明：现代几何主题的cover语义页面；背景为无文字图片，文本框、强调线和全部教学文字保持可编辑。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版式说明：现代几何主题的chapter语义页面；背景为无文字图片，文本框、强调线和全部教学文字保持可编辑。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版式说明：现代几何主题的reasoning语义页面；背景为无文字图片，文本框、强调线和全部教学文字保持可编辑。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版式说明：现代几何主题的reasoning语义页面；背景为无文字图片，文本框、强调线和全部教学文字保持可编辑。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版式说明：现代几何主题的evidence语义页面；背景为无文字图片，文本框、强调线和全部教学文字保持可编辑。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版式说明：现代几何主题的evidence语义页面；背景为无文字图片，文本框、强调线和全部教学文字保持可编辑。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版式说明：现代几何主题的practice语义页面；背景为无文字图片，文本框、强调线和全部教学文字保持可编辑。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版式说明：现代几何主题的practice语义页面；背景为无文字图片，文本框、强调线和全部教学文字保持可编辑。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版式说明：现代几何主题的practice语义页面；背景为无文字图片，文本框、强调线和全部教学文字保持可编辑。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版式说明：现代几何主题的reasoning语义页面；背景为无文字图片，文本框、强调线和全部教学文字保持可编辑。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版式说明：现代几何主题的recap语义页面；背景为无文字图片，文本框、强调线和全部教学文字保持可编辑。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版式说明：现代几何主题的recap语义页面；背景为无文字图片，文本框、强调线和全部教学文字保持可编辑。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1d7c33b65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8c381441c48bd" /><Relationship Type="http://schemas.openxmlformats.org/officeDocument/2006/relationships/slideLayout" Target="/ppt/slideLayouts/slideLayout1.xml" Id="R09c74df94952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c74df94952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8aac8021945ec" /><Relationship Type="http://schemas.openxmlformats.org/officeDocument/2006/relationships/image" Target="/ppt/media/image.jpeg" Id="R3ef381077b704a11" /><Relationship Type="http://schemas.openxmlformats.org/officeDocument/2006/relationships/notesSlide" Target="/ppt/notesSlides/notesSlide1.xml" Id="R2a52e6cb28d7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23f6400a547f0" /><Relationship Type="http://schemas.openxmlformats.org/officeDocument/2006/relationships/image" Target="/ppt/media/image2.jpeg" Id="Rab4750bafdd543d2" /><Relationship Type="http://schemas.openxmlformats.org/officeDocument/2006/relationships/notesSlide" Target="/ppt/notesSlides/notesSlide2.xml" Id="Ra94939eb2afc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787b474c44c76" /><Relationship Type="http://schemas.openxmlformats.org/officeDocument/2006/relationships/image" Target="/ppt/media/image3.jpeg" Id="R9b7426bed1184230" /><Relationship Type="http://schemas.openxmlformats.org/officeDocument/2006/relationships/notesSlide" Target="/ppt/notesSlides/notesSlide3.xml" Id="Re59d3b12bdf1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702d38ee44ade" /><Relationship Type="http://schemas.openxmlformats.org/officeDocument/2006/relationships/image" Target="/ppt/media/image4.jpeg" Id="Rf8ef911f9aa541f0" /><Relationship Type="http://schemas.openxmlformats.org/officeDocument/2006/relationships/notesSlide" Target="/ppt/notesSlides/notesSlide4.xml" Id="R745eb2d4875b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eab8c4f94fd0" /><Relationship Type="http://schemas.openxmlformats.org/officeDocument/2006/relationships/image" Target="/ppt/media/image5.jpeg" Id="Ra798279443064f6e" /><Relationship Type="http://schemas.openxmlformats.org/officeDocument/2006/relationships/notesSlide" Target="/ppt/notesSlides/notesSlide5.xml" Id="Ra19f7d5a46a1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c71a963f84cd1" /><Relationship Type="http://schemas.openxmlformats.org/officeDocument/2006/relationships/image" Target="/ppt/media/image6.jpeg" Id="R85f1011ba64b479a" /><Relationship Type="http://schemas.openxmlformats.org/officeDocument/2006/relationships/notesSlide" Target="/ppt/notesSlides/notesSlide6.xml" Id="R4c0c0dc09c4945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480760dd464c" /><Relationship Type="http://schemas.openxmlformats.org/officeDocument/2006/relationships/image" Target="/ppt/media/image7.jpeg" Id="R2399ff1f13b149c7" /><Relationship Type="http://schemas.openxmlformats.org/officeDocument/2006/relationships/notesSlide" Target="/ppt/notesSlides/notesSlide7.xml" Id="R0986a0855f49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57ed88ad64abd" /><Relationship Type="http://schemas.openxmlformats.org/officeDocument/2006/relationships/image" Target="/ppt/media/image8.jpeg" Id="R6b8fff67573a42d6" /><Relationship Type="http://schemas.openxmlformats.org/officeDocument/2006/relationships/notesSlide" Target="/ppt/notesSlides/notesSlide8.xml" Id="R60c9c76fe5784b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8e0990ac14e51" /><Relationship Type="http://schemas.openxmlformats.org/officeDocument/2006/relationships/image" Target="/ppt/media/image9.jpeg" Id="Rc2e66ac0edfd4253" /><Relationship Type="http://schemas.openxmlformats.org/officeDocument/2006/relationships/notesSlide" Target="/ppt/notesSlides/notesSlide9.xml" Id="Rd2e2570fb0ec43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50e70a35b4f5a" /><Relationship Type="http://schemas.openxmlformats.org/officeDocument/2006/relationships/image" Target="/ppt/media/image10.jpeg" Id="Re6d6104213c74413" /><Relationship Type="http://schemas.openxmlformats.org/officeDocument/2006/relationships/notesSlide" Target="/ppt/notesSlides/notesSlide10.xml" Id="R2a03c877db084a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f5c1aaf6646fb" /><Relationship Type="http://schemas.openxmlformats.org/officeDocument/2006/relationships/image" Target="/ppt/media/image11.jpeg" Id="R63034a60e33040ae" /><Relationship Type="http://schemas.openxmlformats.org/officeDocument/2006/relationships/notesSlide" Target="/ppt/notesSlides/notesSlide11.xml" Id="Rd79bfddf26fb4d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fced43784749" /><Relationship Type="http://schemas.openxmlformats.org/officeDocument/2006/relationships/image" Target="/ppt/media/image12.jpeg" Id="R0ec0473a20b64d34" /><Relationship Type="http://schemas.openxmlformats.org/officeDocument/2006/relationships/notesSlide" Target="/ppt/notesSlides/notesSlide12.xml" Id="R676156cc846b4d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3be727e443e1" /><Relationship Type="http://schemas.openxmlformats.org/officeDocument/2006/relationships/image" Target="/ppt/media/image13.jpeg" Id="R04c970adc5ec415b" /><Relationship Type="http://schemas.openxmlformats.org/officeDocument/2006/relationships/notesSlide" Target="/ppt/notesSlides/notesSlide13.xml" Id="Re8282ab5f4ad46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5b4b74b984b06" /><Relationship Type="http://schemas.openxmlformats.org/officeDocument/2006/relationships/image" Target="/ppt/media/image14.jpeg" Id="Rdfd5a4f94a5a4715" /><Relationship Type="http://schemas.openxmlformats.org/officeDocument/2006/relationships/notesSlide" Target="/ppt/notesSlides/notesSlide14.xml" Id="R291bfe79086640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9309b6d84b09" /><Relationship Type="http://schemas.openxmlformats.org/officeDocument/2006/relationships/image" Target="/ppt/media/image15.jpeg" Id="Rb50072bae3cb498a" /><Relationship Type="http://schemas.openxmlformats.org/officeDocument/2006/relationships/notesSlide" Target="/ppt/notesSlides/notesSlide15.xml" Id="R8dafd9abfd1f45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effbba1a04a1a" /><Relationship Type="http://schemas.openxmlformats.org/officeDocument/2006/relationships/image" Target="/ppt/media/image16.jpeg" Id="R2ada2f1a57034f58" /><Relationship Type="http://schemas.openxmlformats.org/officeDocument/2006/relationships/notesSlide" Target="/ppt/notesSlides/notesSlide16.xml" Id="R60658662e13946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df8f5acd14fe8" /><Relationship Type="http://schemas.openxmlformats.org/officeDocument/2006/relationships/image" Target="/ppt/media/image17.jpeg" Id="Re18f49e87d56412c" /><Relationship Type="http://schemas.openxmlformats.org/officeDocument/2006/relationships/notesSlide" Target="/ppt/notesSlides/notesSlide17.xml" Id="R87b36b56d22649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d38b00234b7c" /><Relationship Type="http://schemas.openxmlformats.org/officeDocument/2006/relationships/image" Target="/ppt/media/image18.jpeg" Id="Rcb397815103c47b1" /><Relationship Type="http://schemas.openxmlformats.org/officeDocument/2006/relationships/notesSlide" Target="/ppt/notesSlides/notesSlide18.xml" Id="Rf8b683367dd844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381077b704a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9D7A-0EFD-4B54-805F-4165FA6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54146-7D1F-4913-8D33-8BE213A6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742CC-95D2-4A3F-9BA4-1E17CEDB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DB8D5-EE1D-4D80-8A64-C773628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94C06-B563-405B-8A3F-CDB1C00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20828640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750bafdd543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E8B50-054F-44E4-9363-B6E93F2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B4F26-3369-43AB-AE00-05DBA3C6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7015E-D138-4255-9F0A-544C631F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A31BE-7EA7-415E-A961-3B091056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138DB-D2D9-40F4-A339-8D1FE04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A1C01-6522-4C64-BBFC-C0C5AEA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770F4-9CFB-4A65-96C4-FD1A98CB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67AF7-8A63-445B-B13C-AA6F63CD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F22E2-B4A4-4CFF-B970-16524CFC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14064-8787-43A1-9157-F183289F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5D7BF-391D-4E02-934C-8A698874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6F1E3-FE14-4468-B79F-437B317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92604-6F5C-4421-B467-814C758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C7B76-D890-4092-9F6A-67808EC6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48AC7-3BDC-436A-A2B1-151DEF67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08375-733B-45C4-BB70-60EDF6B3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DE253-5483-4D75-90FA-F673BA28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1EFAD-1BB0-40B7-A5AA-9BDFD81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CB6AC-E71E-4FBF-AF42-D5BFFCD8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31C88-08D3-45D2-A524-B699961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627FB-E846-4E1C-8E52-0E9896BB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76D77-4D42-4B44-ACA1-6416BFE6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A2ADB-A631-457F-B645-2987FEE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D65CA-D8C6-41EB-A7BB-28EF40B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58962-CA18-491B-9E20-C5849910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72BC7-EFFD-4281-8BF2-2127B53A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653E1-A643-492B-9049-6837AC78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CECA9-AA23-44FA-9E62-1D4CB447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090930-FB34-4B92-B6F1-743AA0E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CB9963-2B75-4F18-BDF1-D5703017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576CA-37BF-48F6-BE0D-A961D275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4E536A-DB57-496F-B4BE-ABBE84E9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A1EA9-99CA-486F-9A35-E44E88B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1D9582-934A-43B7-9370-592FC1A5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971B8-5661-441E-A16B-ACBA74B0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9FD458-FA26-4684-9CE4-5A8CD8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32C90A-6412-48D7-9AF7-78CF3B92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9867634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426bed11842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8E16A-3BCE-4688-8B32-6F6E82FE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6F53D-E960-44F9-AFC7-82AE5E7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FE66-3B32-4DA5-8F68-90F3987A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77A71-5651-488F-A7F6-2CCE707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DE789-4F8D-4130-9A9E-4B08133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2132119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f911f9aa541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E9E15-BDC3-4129-88C6-9CDEEB6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98C85-35BD-4533-A855-58F76D1F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08800-3021-4E31-91C8-9BFB75F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0EB05-7110-4B53-A8C9-4CD8D03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F2534-4FFC-4AD7-B91F-4369C3F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58834-DF9C-4C51-9AD3-86FF0425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7D86F-0DA5-448C-BD0F-5AA4892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4B78D-D878-40BD-B725-BBF60D7E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7867F-9670-422D-B0C1-FF8E8005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B7A73-FAB1-473C-B59D-7AB5D24A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AB453-B739-4B00-A8DA-519DCF4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84F31-DB5C-49F0-91F0-A2D1388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3FC1A-3AFA-47CA-9490-611B8853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A0A6A-D555-46DC-A0AA-4CF35E3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64871-26C1-4F7F-BE33-4BC60D1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1086A-C7FB-4849-B93B-2EA2E304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47AAD-1501-40F9-BEE7-4F5AAA8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EA11D-B5E6-4178-9067-8E18B125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5E860-F545-4BAC-B908-705973BE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16CD5-4C52-4DF2-8178-268F1E9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263EB-6D2C-41E2-8A9B-9B8CA554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6B791-5583-4318-89B2-3B84F345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5BA91-2022-49BA-AD14-4E473A4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33A07-3C0E-4EAB-829F-5FE26E70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CD5A9-D035-4A09-AE2D-21DCA7B6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272110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8279443064f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30A93-495C-490C-8437-332B0CA9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982F4-957F-425D-A616-2CC5B31F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A5BEF-D673-4B09-B583-1BE4258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E8D4F-2508-4495-B2EC-7AF6F600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C5287-C214-45C7-B244-A9BB607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3BA87-B35E-43A6-AA48-6FF2C992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C10B-7062-42EB-898D-9F46024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B2A0-77FB-40A2-BF4D-1F1916F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D689A-7A9D-4492-87CD-41DE9E6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3B50B-FBA4-4F9D-9EFB-837B50F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1BA72-D9E3-410D-955D-092F6D6F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68236-318D-46A4-B0D1-B14C5A54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9D524-2984-45D3-9516-7A169A6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A8EBB-0175-45B1-AA22-26CDA7F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4EE73-B00E-4BCD-A0BA-6FFAAE11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625B7-1B0A-4349-BAE6-3EF12DE1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4AF64-F45D-4AB4-BF67-FDCB8109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65E15-89CF-4065-9D5C-555A5335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53EF0-E600-4131-93EA-576D8040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38D1A-D403-42D6-9816-CE086EC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15AE7-8BE0-4904-B401-07B3398C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071BB-871C-41CD-B701-BC0AC9E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5B809-6B69-4714-9A5F-0827E74E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88512-B174-4B15-9F90-FBE8FCC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D1B63-47CC-46A7-8833-D241918A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0280472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1011ba64b47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0A97E-8F75-451E-937D-C76D527A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465B8-C23E-4813-8F18-E03D70EA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08BE0-7468-40A9-9E6E-8004EF02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901B4-3E39-49CB-B563-4E9474AC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4044B-F5D5-4975-B83B-A2339C47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EFE73-9D63-4E5F-97CC-1986222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BEF5D-7C6F-4BCD-B043-7F8019EF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9ED17-6477-4C34-932A-63EA0814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B447B-3763-4C5F-86FD-8CC4DF13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B361B-BFD9-4A26-839A-4C4BAB5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C4A8B-27A3-4CA1-8379-36C6FE4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C6833-CFEC-43A4-871B-D466088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8F11C-103E-4AFC-988C-A78497D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28DA3-AF6C-4D01-B8FB-6555D6BC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02510-55FA-4466-9C94-F8A0392F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56C29-2565-4193-9049-7F3581C7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CE724-B377-46C1-A81D-3FCAAF21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89825-9C80-4B10-AA6D-2EAE8683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B40C3-28F2-4614-B030-E3A45B1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0FDE2-F05E-4549-BF2B-A88D9BF0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594EB-CBFC-439B-B908-6CE576D9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BBD12-FFE1-466C-8202-59CAE155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4499413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9ff1f13b149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25E34-82ED-4A19-A7FA-B11CF76E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85F4B-9193-47FE-9383-B413C084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4DCF9-7879-48AD-A0E1-FA81A7C7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F1514-C9F7-4CCE-B1D5-E93B6DAC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18BE0-2A8B-4A81-86AF-ACCD2B0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98D88-BE96-4366-A909-C06C3AD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7D5BD-6DA5-426D-A49F-74DC96F3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99B83-8125-4375-87B8-F77D8C10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41323-CAF6-48EE-B78A-8D7018A8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7C010-A517-48C6-A27E-7159107D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468B4-B1E5-4ADC-B880-2CD318BA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C3BA5-1382-4B0B-86D6-C4F46E5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586C2-E6BE-475B-96DF-2760C22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0330C-38FC-4A82-A671-48541F39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60355-B807-4D2A-8CE4-FFC082C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81FB3-83CD-47EB-8916-508843B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8B975-EF35-492E-B6E0-2B92B52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113067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fff67573a42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D75F7-3A6E-4A9F-835C-B5182C3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231C6-4EF8-4857-BEED-9B07FE2B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308FF-2D67-4D54-9DF7-2A19301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8D47E-30A1-41F8-B327-5B997C0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85357-CBF7-48E8-B9B6-CB0E740E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38F69-A4CC-4C6B-869C-FE478700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DA819-D8C9-418D-911C-18290920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3875B-9429-4C4B-BD87-6074DF8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11531-0F9A-410C-8061-87E82B16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37BC4-C58F-4743-AAF6-4615658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B0933-F00D-47B0-9AB5-2D2E3E1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0874B-ACFE-431C-933C-21351C1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DE216-C9AA-4E6C-9D4F-CB21D3D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1299B-E772-4A43-8AE9-B6C3AA46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8CE48-4F6A-4D15-BA0E-2794789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32B5E-51F1-492D-A64B-BA017F9C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FB576-12AC-4B3A-BF5B-B20520A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AD915-FAA7-4DC8-A677-9B78524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AB471-2AF2-4602-AF25-60D52044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5DAF8-1727-48FC-8197-391314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35606-BF46-4460-ACD2-4785A98A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76E44-EDDF-4BCA-9D9E-CB6F33C9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22BAE-93FA-48B2-B573-5EB287F4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99FE6-2FFA-4742-B83F-F8E02274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8A6C1-7A84-48E3-BA97-E945194E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15DD8-BC5B-41AD-87A4-720D0CA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518F5-E481-4965-B800-E20AFE7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A3766-F692-4652-814B-3A21D65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FFD28-C19E-4372-9BC1-4EFC2A15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74F5A-B41C-45E6-A9C9-2DD2E11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FF6B8-FAB7-40D8-84FF-CC1DFFC6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5110944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66ac0edfd42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A5412-9629-4A2A-8CA6-9DB66D2F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43C48-3485-4B34-B39C-53C7328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F34AF-681B-4C2B-AE01-3E88971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2F060-3C21-43F3-B02D-E79A84E7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E647F-0315-48B7-8738-D7A0189D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6F10A-49D4-4A55-93E3-F4EB7366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1B360-5555-4FD8-8B00-226CDE9D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B2EC3-20EE-4745-9C8A-BEE87322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188FC-3235-4D22-8B72-01E0A187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10034-8CC4-4EE8-B942-0443AF30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4660C-0D7E-448F-A5DE-A7AA1480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5AF69-4D20-455B-BF6B-0998F9FA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B7E1F-DFBA-48E7-B5CE-155A757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7B014-2FA7-47EC-97CF-F3972153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DD137-998B-4337-BED4-52BB196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0543D-263E-42D3-BF4B-B78BAAA3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97AAA-FF30-4AF9-9758-F3733B42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8800D-88D8-474F-AEE8-74E5BD8C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C8537-D531-476A-9CDE-A9333D1A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D7E14-B549-4128-AFF1-B5BF1662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0AA1C-9DA3-4D0E-9B98-3AF0091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D062F-59AC-42B1-AD7E-0862EBE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245183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6104213c744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4880F-3C7A-47ED-86E8-AF1D0FB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035CA-F8B2-46A6-86F5-3F22D54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32A17-8AEF-4E17-A607-A257EB98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7D808-C359-44BE-9AB9-4448FD9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979F0-1EB6-45DF-B0FE-88D03758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C0F4C-5898-4A47-BD0D-E71D15F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A321E-A959-4D8E-9531-BE5EFD6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102D8-CDDB-43BE-9370-7A1695B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654CA-6E61-4549-8BF9-CEF4B8DD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99A38-3115-4A9B-9A2C-7C1733E6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B4518-7CB8-464A-AA4C-C274E37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668EC-5780-4781-BFC5-EFE0D50D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F2955-7B73-4A15-8F9B-C37B8D70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B3E9D-7E39-4A10-8756-81201E05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5EF1B-7995-4F80-9DA4-65DD4BD0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4EB30-4E8D-4F1D-B247-853FFE7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BB671-787C-4FDD-A660-40B3319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5326525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34a60e33040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9338C-1F2B-4C2D-AB2B-F0C76860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41709-13B8-48D0-B997-5A06F8E2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D84E8-90DB-4C42-9DA3-C01AF2B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44CED-EE58-407A-8B81-5254FE99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00EED-24A6-4104-B992-6C7E002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F20B4-1888-45C0-A0AD-2D1A44F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CC283-04A8-420A-A1D0-734255E4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11B3A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C58A3-A5EB-4BB8-8580-3CFE214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B053B-1373-4EBF-A8A3-742B43F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A77B8-6D89-4374-8E75-0A021D3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5D6E4-1A53-442E-AF72-CC8B2FA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1AE8D-754D-42BB-AB9E-DF74D9C9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6209174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0473a20b64d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65D64-2F66-4411-8795-CE4D1AE8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2C9F6-A3F5-4704-9B7B-9CD36A8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42BD1-4913-4758-BD53-78DA5F8A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B961E-7B1F-4888-8D06-ED75B82E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D06F-2AB6-44F0-8ABA-5476C1FF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AB587-C123-4C2F-9956-6FAF341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C37AE-D24A-4B2F-9562-AAE4BFF2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0F74-7270-431F-B5D0-C116A47C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58C0F-E60C-4E32-AC4D-683E3DDB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134C4-DC7C-444D-8FC0-5986176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D8CF2-6D6C-46E0-840A-7F76A721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597A4-F17E-4BDB-9154-778C2DD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11B3A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F2987-74B1-4C10-BD9E-28558A09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893D0-B801-433A-902A-3176912F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00E17-2532-47A9-A266-AEDB0583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26587-7A76-4237-A737-4B4787E3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F0CE9-C4A5-44A1-A814-591CFE2E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512C5-7905-4974-A780-8C06D58C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D1C3F-C67F-4625-A230-6DAE3BF9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4F8C3-B429-4364-8090-3F1DC353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4546C-337E-4E93-8E80-2AAB766E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18891-B56C-42B6-AE9B-0785490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4693113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970adc5ec41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96DF3-A5E1-46FC-952D-8FF9F2F6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5DF14-DA71-4210-A411-E6CE2E5E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F9194-9230-41C7-8C61-227382AA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A71C4-DA1B-4D82-AAB3-2BEDB1B4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8ABC0-BDD5-4B80-9351-11DE829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675D5-2E26-416F-9A5E-939826BB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F0316-FC0C-4A65-A979-544038F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C4C99-4293-43DD-9EAA-CF2DEE6A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37289-6EA6-4DCD-905D-9870038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1C7F6-E9C2-4D7B-B51C-389A5083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530B7-FDE0-47A7-9ADC-DB0E6FC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06D1B-FB7E-435D-A62A-6CBC25D8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4171903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5a4f94a5a47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7A4D9-42F3-419D-9379-A385BB34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2F4ED-2E2C-4E7E-B5D1-DA979B79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204DE-A1BC-4C27-B747-6319FAC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307B-0B45-4930-87DE-7BF8F40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2AD09-6C5A-46E7-9CAC-DEDCEB9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EF6CB-D05F-4602-A4BE-BBAEEF55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C5D7-E395-434C-9ABF-05CA652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DE1CE-4C19-438E-A7DB-540715F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F45CA-D383-4AE3-A2C4-9CAD0D5A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EE559-126B-4579-B451-32A276DA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F64FA-F908-4317-925D-DFAA378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E5011-0572-435D-A910-A427B34B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78BB1-968E-4FC0-8C62-E26427A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4AC2C-EFD7-47F1-840D-A46D9822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D2183-37F3-46A9-8B0A-C7990D44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E4F56-EF88-43CC-B407-E6F6C141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61EE9-AA43-42CC-BB08-C5397BA1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531574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072bae3cb49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F0D7F-9627-412B-9BFA-9B3F591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445E4-2685-4879-92E9-F55C728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B389C-C218-4D05-968E-3707465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C9B6E-8A29-469D-B667-EDCEC7BE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14B60-F71F-4DFA-96D5-BBDA838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045DC-5F86-405F-98CC-A6A2F90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EE24D-008F-4CFB-BB82-A53CA9B5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34870-AFAD-4F5F-83C1-7F9ACCAD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EBABF-E39B-4C1B-98C5-8604AD93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6B528-969A-4E57-8E26-28C64AE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7BEEF-819D-4635-9E4D-483BE738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E7163-FBBD-43A1-86C1-3CCEE47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BD362-EB64-462F-86EC-30757B9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32DC5-E9B0-4A81-A253-D5964BA9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D7ED5-9558-467E-A646-9710FB8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04193-EFD3-4A80-9551-1AFCFEDD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40062-03B7-486B-9DD5-043DB55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53657907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a2f1a57034f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54725-7B56-4407-8E5E-F874E7EA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6178-1369-4AF9-9670-E6772287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B578B-7A8A-4DA9-AB37-4F3D440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0AE2A-14AC-4395-B83A-9B2C8D69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CFF4F-AD29-4C93-A18E-AA99690C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46A87-7481-4321-AAA6-276076F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B8A6D-3ED3-4CC9-AAF9-8292666D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836D5-C2B3-4494-B484-1D0B298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078B2-0FB8-45FE-9D2A-CC0A48B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6C220-9EA4-4824-AD48-A1C6933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D7A3-D369-41E1-AC2E-F224E53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89284-5EB0-419E-86BA-9EECC54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13A1F-0312-4505-8BD3-2A22B5CB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400D-2D45-4D0D-9857-A0B35E0C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22B4D-FA30-4247-B08B-686171DD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C6443-8419-4080-B5B5-1EBBFDF9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322FB-5E1E-464A-B35F-9FD5F8D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1692006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f49e87d5641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277AC-5E2A-422C-B0AB-C99EFB7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F9AF0-B083-42DD-BB5E-44664DC4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6A843-5A0B-48B6-A53D-AD0124BD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976D9-33FC-48A0-9858-0EE988A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D7ACF-20A0-4BFD-B7C5-FA25A857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898BD-D2DD-4918-9197-BECED2A1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06342-8C2C-4640-907B-0C72D82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240D4-06D3-4F32-A6A4-072A2563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2B74B-BCFA-4BEA-AE5F-677A3BA7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740CA-4574-474B-9854-7857E863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2084E-B846-45FC-931B-FB5270D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D5E36-596E-424D-8B49-0C98C43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BEB2E-3D02-4E13-AE73-0449A45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3B165-B8AE-4669-9B1D-27428D7A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C2CB0-F0DC-4B0B-9770-09B79BC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B2442-28D5-4424-BB0A-A9B16D32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D8467-0CFB-4ACD-B3B1-27802324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A2B5A-8D43-4297-8595-20717F3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11086-07DF-493F-B4B8-98651631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DF8C5-9C65-406D-9E7D-49E0063B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69993-B8AC-45E1-A6A5-754A530D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3E2C7-A9CA-4E9D-97B9-7D533A75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55379-A3E7-4AC2-9A4D-BF0CC7F0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C0B6E-3044-441E-9D71-07CA4E7D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0ADC3-71E6-4162-9F25-F8614EC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D48BB-DF4F-467E-B812-8EDF598A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99B9E-CBA8-4DE7-AF90-590EBE7C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38D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38D8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38D45-F2F7-4F89-8DDD-1C00E90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89048-DD28-4E11-A16C-F5B11465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E4CC4-8D28-4168-9C7F-E3AF05B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84BAFB-D40B-4C5B-979D-53D04266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55805274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97815103c47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5132B-D17B-421C-AE5F-ABF69CA0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327CD-C786-4B9F-808B-C23C0292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C2E98-658D-48CE-8238-F744534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5CDA2-FE72-4653-A9A1-BD9D7F6B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D6AB7-35D3-43AF-ADEF-400E98BA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26284-83E3-4CF3-BFC9-074BC8F2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A1F5E-311F-4F50-ADE0-43924F97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CF4DD-AE02-4B17-95C1-5D2EFFB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BEFE4-A564-41C2-99D1-CB7064A6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E3772-D56D-4187-914C-8EAC7556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C4922-958B-4361-B7C7-89A859ED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F317E-93C1-4AEB-BE90-3FCA6D5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142702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2026-08-10T07:38:47.9510000Z</dcterms:created>
  <dcterms:modified xsi:type="dcterms:W3CDTF">2026-08-10T07:38:47.9510000Z</dcterms:modified>
</coreProperties>
</file>